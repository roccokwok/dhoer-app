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Roboto"/>
      <p:regular r:id="rId26"/>
      <p:bold r:id="rId27"/>
      <p:italic r:id="rId28"/>
      <p:boldItalic r:id="rId29"/>
    </p:embeddedFont>
    <p:embeddedFont>
      <p:font typeface="Lato"/>
      <p:regular r:id="rId30"/>
      <p:bold r:id="rId31"/>
      <p:italic r:id="rId32"/>
      <p:boldItalic r:id="rId33"/>
    </p:embeddedFont>
    <p:embeddedFont>
      <p:font typeface="Dancing Script SemiBold"/>
      <p:regular r:id="rId34"/>
      <p:bold r:id="rId35"/>
    </p:embeddedFont>
    <p:embeddedFont>
      <p:font typeface="Pacifico"/>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font" Target="fonts/Raleway-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35" Type="http://schemas.openxmlformats.org/officeDocument/2006/relationships/font" Target="fonts/DancingScriptSemiBold-bold.fntdata"/><Relationship Id="rId12" Type="http://schemas.openxmlformats.org/officeDocument/2006/relationships/slide" Target="slides/slide7.xml"/><Relationship Id="rId34" Type="http://schemas.openxmlformats.org/officeDocument/2006/relationships/font" Target="fonts/DancingScriptSemiBold-regular.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Pacific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d1c33f73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d1c33f73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d1c33f73d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d1c33f73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0dd99a11e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0dd99a11e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d1c33f73d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d1c33f73d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d1c33f73de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d1c33f73de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d1c33f73d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d1c33f73d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0dd99a11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0dd99a11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d1c33f73d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d1c33f73d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d1c33f73d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d1c33f73d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4d1cd4b30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4d1cd4b30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4d1cd4b30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4d1cd4b30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14d1cd4b30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14d1cd4b3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d1c33f73d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d1c33f73d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14d1cd4b3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14d1cd4b3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d1c33f73d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d1c33f73d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bg>
      <p:bgPr>
        <a:solidFill>
          <a:srgbClr val="FFFFFF"/>
        </a:solidFill>
      </p:bgPr>
    </p:bg>
    <p:spTree>
      <p:nvGrpSpPr>
        <p:cNvPr id="68" name="Shape 68"/>
        <p:cNvGrpSpPr/>
        <p:nvPr/>
      </p:nvGrpSpPr>
      <p:grpSpPr>
        <a:xfrm>
          <a:off x="0" y="0"/>
          <a:ext cx="0" cy="0"/>
          <a:chOff x="0" y="0"/>
          <a:chExt cx="0" cy="0"/>
        </a:xfrm>
      </p:grpSpPr>
      <p:sp>
        <p:nvSpPr>
          <p:cNvPr id="69" name="Google Shape;69;p13"/>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29" y="0"/>
            <a:ext cx="9144000" cy="1741500"/>
          </a:xfrm>
          <a:prstGeom prst="rect">
            <a:avLst/>
          </a:prstGeom>
          <a:solidFill>
            <a:srgbClr val="0F9D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rot="10800000">
            <a:off x="7697100" y="-25"/>
            <a:ext cx="962400" cy="1741500"/>
          </a:xfrm>
          <a:prstGeom prst="rect">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rot="10800000">
            <a:off x="5750475" y="-25"/>
            <a:ext cx="1946700" cy="1741500"/>
          </a:xfrm>
          <a:prstGeom prst="rect">
            <a:avLst/>
          </a:prstGeom>
          <a:solidFill>
            <a:srgbClr val="FFFFFF">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flipH="1" rot="10800000">
            <a:off x="8659500" y="-25"/>
            <a:ext cx="484500" cy="1741500"/>
          </a:xfrm>
          <a:prstGeom prst="rect">
            <a:avLst/>
          </a:prstGeom>
          <a:solidFill>
            <a:srgbClr val="FFFFFF">
              <a:alpha val="376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txBox="1"/>
          <p:nvPr>
            <p:ph type="title"/>
          </p:nvPr>
        </p:nvSpPr>
        <p:spPr>
          <a:xfrm>
            <a:off x="324475" y="148225"/>
            <a:ext cx="5244900" cy="13737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None/>
              <a:defRPr b="1" sz="2800">
                <a:solidFill>
                  <a:srgbClr val="FFFFFF"/>
                </a:solidFill>
              </a:defRPr>
            </a:lvl1pPr>
            <a:lvl2pPr lvl="1" algn="l">
              <a:lnSpc>
                <a:spcPct val="100000"/>
              </a:lnSpc>
              <a:spcBef>
                <a:spcPts val="0"/>
              </a:spcBef>
              <a:spcAft>
                <a:spcPts val="0"/>
              </a:spcAft>
              <a:buNone/>
              <a:defRPr b="1" sz="2800">
                <a:solidFill>
                  <a:srgbClr val="FFFFFF"/>
                </a:solidFill>
              </a:defRPr>
            </a:lvl2pPr>
            <a:lvl3pPr lvl="2" algn="l">
              <a:lnSpc>
                <a:spcPct val="100000"/>
              </a:lnSpc>
              <a:spcBef>
                <a:spcPts val="0"/>
              </a:spcBef>
              <a:spcAft>
                <a:spcPts val="0"/>
              </a:spcAft>
              <a:buNone/>
              <a:defRPr b="1" sz="2800">
                <a:solidFill>
                  <a:srgbClr val="FFFFFF"/>
                </a:solidFill>
              </a:defRPr>
            </a:lvl3pPr>
            <a:lvl4pPr lvl="3" algn="l">
              <a:lnSpc>
                <a:spcPct val="100000"/>
              </a:lnSpc>
              <a:spcBef>
                <a:spcPts val="0"/>
              </a:spcBef>
              <a:spcAft>
                <a:spcPts val="0"/>
              </a:spcAft>
              <a:buNone/>
              <a:defRPr b="1" sz="2800">
                <a:solidFill>
                  <a:srgbClr val="FFFFFF"/>
                </a:solidFill>
              </a:defRPr>
            </a:lvl4pPr>
            <a:lvl5pPr lvl="4" algn="l">
              <a:lnSpc>
                <a:spcPct val="100000"/>
              </a:lnSpc>
              <a:spcBef>
                <a:spcPts val="0"/>
              </a:spcBef>
              <a:spcAft>
                <a:spcPts val="0"/>
              </a:spcAft>
              <a:buNone/>
              <a:defRPr b="1" sz="2800">
                <a:solidFill>
                  <a:srgbClr val="FFFFFF"/>
                </a:solidFill>
              </a:defRPr>
            </a:lvl5pPr>
            <a:lvl6pPr lvl="5" algn="l">
              <a:lnSpc>
                <a:spcPct val="100000"/>
              </a:lnSpc>
              <a:spcBef>
                <a:spcPts val="0"/>
              </a:spcBef>
              <a:spcAft>
                <a:spcPts val="0"/>
              </a:spcAft>
              <a:buNone/>
              <a:defRPr b="1" sz="2800">
                <a:solidFill>
                  <a:srgbClr val="FFFFFF"/>
                </a:solidFill>
              </a:defRPr>
            </a:lvl6pPr>
            <a:lvl7pPr lvl="6" algn="l">
              <a:lnSpc>
                <a:spcPct val="100000"/>
              </a:lnSpc>
              <a:spcBef>
                <a:spcPts val="0"/>
              </a:spcBef>
              <a:spcAft>
                <a:spcPts val="0"/>
              </a:spcAft>
              <a:buNone/>
              <a:defRPr b="1" sz="2800">
                <a:solidFill>
                  <a:srgbClr val="FFFFFF"/>
                </a:solidFill>
              </a:defRPr>
            </a:lvl7pPr>
            <a:lvl8pPr lvl="7" algn="l">
              <a:lnSpc>
                <a:spcPct val="100000"/>
              </a:lnSpc>
              <a:spcBef>
                <a:spcPts val="0"/>
              </a:spcBef>
              <a:spcAft>
                <a:spcPts val="0"/>
              </a:spcAft>
              <a:buNone/>
              <a:defRPr b="1" sz="2800">
                <a:solidFill>
                  <a:srgbClr val="FFFFFF"/>
                </a:solidFill>
              </a:defRPr>
            </a:lvl8pPr>
            <a:lvl9pPr lvl="8" algn="l">
              <a:lnSpc>
                <a:spcPct val="100000"/>
              </a:lnSpc>
              <a:spcBef>
                <a:spcPts val="0"/>
              </a:spcBef>
              <a:spcAft>
                <a:spcPts val="0"/>
              </a:spcAft>
              <a:buNone/>
              <a:defRPr b="1" sz="2800">
                <a:solidFill>
                  <a:srgbClr val="FFFFFF"/>
                </a:solidFill>
              </a:defRPr>
            </a:lvl9pPr>
          </a:lstStyle>
          <a:p/>
        </p:txBody>
      </p:sp>
      <p:sp>
        <p:nvSpPr>
          <p:cNvPr id="75" name="Google Shape;75;p13"/>
          <p:cNvSpPr txBox="1"/>
          <p:nvPr>
            <p:ph idx="1" type="body"/>
          </p:nvPr>
        </p:nvSpPr>
        <p:spPr>
          <a:xfrm>
            <a:off x="324475" y="1920450"/>
            <a:ext cx="8494800" cy="27042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rgbClr val="616161"/>
              </a:buClr>
              <a:buSzPts val="1800"/>
              <a:buChar char="●"/>
              <a:defRPr sz="1800">
                <a:solidFill>
                  <a:srgbClr val="616161"/>
                </a:solidFill>
              </a:defRPr>
            </a:lvl1pPr>
            <a:lvl2pPr indent="-317500" lvl="1" marL="914400" algn="l">
              <a:lnSpc>
                <a:spcPct val="115000"/>
              </a:lnSpc>
              <a:spcBef>
                <a:spcPts val="0"/>
              </a:spcBef>
              <a:spcAft>
                <a:spcPts val="0"/>
              </a:spcAft>
              <a:buClr>
                <a:srgbClr val="616161"/>
              </a:buClr>
              <a:buSzPts val="1400"/>
              <a:buChar char="○"/>
              <a:defRPr sz="1400">
                <a:solidFill>
                  <a:srgbClr val="616161"/>
                </a:solidFill>
              </a:defRPr>
            </a:lvl2pPr>
            <a:lvl3pPr indent="-317500" lvl="2" marL="1371600" algn="l">
              <a:lnSpc>
                <a:spcPct val="115000"/>
              </a:lnSpc>
              <a:spcBef>
                <a:spcPts val="0"/>
              </a:spcBef>
              <a:spcAft>
                <a:spcPts val="0"/>
              </a:spcAft>
              <a:buClr>
                <a:srgbClr val="616161"/>
              </a:buClr>
              <a:buSzPts val="1400"/>
              <a:buChar char="■"/>
              <a:defRPr sz="1400">
                <a:solidFill>
                  <a:srgbClr val="616161"/>
                </a:solidFill>
              </a:defRPr>
            </a:lvl3pPr>
            <a:lvl4pPr indent="-317500" lvl="3" marL="1828800" algn="l">
              <a:lnSpc>
                <a:spcPct val="115000"/>
              </a:lnSpc>
              <a:spcBef>
                <a:spcPts val="0"/>
              </a:spcBef>
              <a:spcAft>
                <a:spcPts val="0"/>
              </a:spcAft>
              <a:buClr>
                <a:srgbClr val="616161"/>
              </a:buClr>
              <a:buSzPts val="1400"/>
              <a:buChar char="●"/>
              <a:defRPr sz="1400">
                <a:solidFill>
                  <a:srgbClr val="616161"/>
                </a:solidFill>
              </a:defRPr>
            </a:lvl4pPr>
            <a:lvl5pPr indent="-317500" lvl="4" marL="2286000" algn="l">
              <a:lnSpc>
                <a:spcPct val="115000"/>
              </a:lnSpc>
              <a:spcBef>
                <a:spcPts val="0"/>
              </a:spcBef>
              <a:spcAft>
                <a:spcPts val="0"/>
              </a:spcAft>
              <a:buClr>
                <a:srgbClr val="616161"/>
              </a:buClr>
              <a:buSzPts val="1400"/>
              <a:buChar char="○"/>
              <a:defRPr sz="1400">
                <a:solidFill>
                  <a:srgbClr val="616161"/>
                </a:solidFill>
              </a:defRPr>
            </a:lvl5pPr>
            <a:lvl6pPr indent="-317500" lvl="5" marL="2743200" algn="l">
              <a:lnSpc>
                <a:spcPct val="115000"/>
              </a:lnSpc>
              <a:spcBef>
                <a:spcPts val="0"/>
              </a:spcBef>
              <a:spcAft>
                <a:spcPts val="0"/>
              </a:spcAft>
              <a:buClr>
                <a:srgbClr val="616161"/>
              </a:buClr>
              <a:buSzPts val="1400"/>
              <a:buChar char="■"/>
              <a:defRPr sz="1400">
                <a:solidFill>
                  <a:srgbClr val="616161"/>
                </a:solidFill>
              </a:defRPr>
            </a:lvl6pPr>
            <a:lvl7pPr indent="-317500" lvl="6" marL="3200400" algn="l">
              <a:lnSpc>
                <a:spcPct val="115000"/>
              </a:lnSpc>
              <a:spcBef>
                <a:spcPts val="0"/>
              </a:spcBef>
              <a:spcAft>
                <a:spcPts val="0"/>
              </a:spcAft>
              <a:buClr>
                <a:srgbClr val="616161"/>
              </a:buClr>
              <a:buSzPts val="1400"/>
              <a:buChar char="●"/>
              <a:defRPr sz="1400">
                <a:solidFill>
                  <a:srgbClr val="616161"/>
                </a:solidFill>
              </a:defRPr>
            </a:lvl7pPr>
            <a:lvl8pPr indent="-317500" lvl="7" marL="3657600" algn="l">
              <a:lnSpc>
                <a:spcPct val="115000"/>
              </a:lnSpc>
              <a:spcBef>
                <a:spcPts val="0"/>
              </a:spcBef>
              <a:spcAft>
                <a:spcPts val="0"/>
              </a:spcAft>
              <a:buClr>
                <a:srgbClr val="616161"/>
              </a:buClr>
              <a:buSzPts val="1400"/>
              <a:buChar char="○"/>
              <a:defRPr sz="1400">
                <a:solidFill>
                  <a:srgbClr val="616161"/>
                </a:solidFill>
              </a:defRPr>
            </a:lvl8pPr>
            <a:lvl9pPr indent="-317500" lvl="8" marL="4114800" algn="l">
              <a:lnSpc>
                <a:spcPct val="115000"/>
              </a:lnSpc>
              <a:spcBef>
                <a:spcPts val="0"/>
              </a:spcBef>
              <a:spcAft>
                <a:spcPts val="0"/>
              </a:spcAft>
              <a:buClr>
                <a:srgbClr val="616161"/>
              </a:buClr>
              <a:buSzPts val="1400"/>
              <a:buChar char="■"/>
              <a:defRPr sz="1400">
                <a:solidFill>
                  <a:srgbClr val="616161"/>
                </a:solidFill>
              </a:defRPr>
            </a:lvl9pPr>
          </a:lstStyle>
          <a:p/>
        </p:txBody>
      </p:sp>
      <p:sp>
        <p:nvSpPr>
          <p:cNvPr id="76" name="Google Shape;76;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16161"/>
                </a:solidFill>
              </a:defRPr>
            </a:lvl1pPr>
            <a:lvl2pPr lvl="1" algn="r">
              <a:lnSpc>
                <a:spcPct val="100000"/>
              </a:lnSpc>
              <a:spcAft>
                <a:spcPts val="0"/>
              </a:spcAft>
              <a:buNone/>
              <a:defRPr sz="1000">
                <a:solidFill>
                  <a:srgbClr val="616161"/>
                </a:solidFill>
              </a:defRPr>
            </a:lvl2pPr>
            <a:lvl3pPr lvl="2" algn="r">
              <a:lnSpc>
                <a:spcPct val="100000"/>
              </a:lnSpc>
              <a:spcAft>
                <a:spcPts val="0"/>
              </a:spcAft>
              <a:buNone/>
              <a:defRPr sz="1000">
                <a:solidFill>
                  <a:srgbClr val="616161"/>
                </a:solidFill>
              </a:defRPr>
            </a:lvl3pPr>
            <a:lvl4pPr lvl="3" algn="r">
              <a:lnSpc>
                <a:spcPct val="100000"/>
              </a:lnSpc>
              <a:spcAft>
                <a:spcPts val="0"/>
              </a:spcAft>
              <a:buNone/>
              <a:defRPr sz="1000">
                <a:solidFill>
                  <a:srgbClr val="616161"/>
                </a:solidFill>
              </a:defRPr>
            </a:lvl4pPr>
            <a:lvl5pPr lvl="4" algn="r">
              <a:lnSpc>
                <a:spcPct val="100000"/>
              </a:lnSpc>
              <a:spcAft>
                <a:spcPts val="0"/>
              </a:spcAft>
              <a:buNone/>
              <a:defRPr sz="1000">
                <a:solidFill>
                  <a:srgbClr val="616161"/>
                </a:solidFill>
              </a:defRPr>
            </a:lvl5pPr>
            <a:lvl6pPr lvl="5" algn="r">
              <a:lnSpc>
                <a:spcPct val="100000"/>
              </a:lnSpc>
              <a:spcAft>
                <a:spcPts val="0"/>
              </a:spcAft>
              <a:buNone/>
              <a:defRPr sz="1000">
                <a:solidFill>
                  <a:srgbClr val="616161"/>
                </a:solidFill>
              </a:defRPr>
            </a:lvl6pPr>
            <a:lvl7pPr lvl="6" algn="r">
              <a:lnSpc>
                <a:spcPct val="100000"/>
              </a:lnSpc>
              <a:spcAft>
                <a:spcPts val="0"/>
              </a:spcAft>
              <a:buNone/>
              <a:defRPr sz="1000">
                <a:solidFill>
                  <a:srgbClr val="616161"/>
                </a:solidFill>
              </a:defRPr>
            </a:lvl7pPr>
            <a:lvl8pPr lvl="7" algn="r">
              <a:lnSpc>
                <a:spcPct val="100000"/>
              </a:lnSpc>
              <a:spcAft>
                <a:spcPts val="0"/>
              </a:spcAft>
              <a:buNone/>
              <a:defRPr sz="1000">
                <a:solidFill>
                  <a:srgbClr val="616161"/>
                </a:solidFill>
              </a:defRPr>
            </a:lvl8pPr>
            <a:lvl9pPr lvl="8" algn="r">
              <a:lnSpc>
                <a:spcPct val="100000"/>
              </a:lnSpc>
              <a:spcAft>
                <a:spcPts val="0"/>
              </a:spcAft>
              <a:buNone/>
              <a:defRPr sz="1000">
                <a:solidFill>
                  <a:srgbClr val="616161"/>
                </a:solidFill>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bg>
      <p:bgPr>
        <a:solidFill>
          <a:srgbClr val="FFFFFF"/>
        </a:solidFill>
      </p:bgPr>
    </p:bg>
    <p:spTree>
      <p:nvGrpSpPr>
        <p:cNvPr id="77" name="Shape 77"/>
        <p:cNvGrpSpPr/>
        <p:nvPr/>
      </p:nvGrpSpPr>
      <p:grpSpPr>
        <a:xfrm>
          <a:off x="0" y="0"/>
          <a:ext cx="0" cy="0"/>
          <a:chOff x="0" y="0"/>
          <a:chExt cx="0" cy="0"/>
        </a:xfrm>
      </p:grpSpPr>
      <p:sp>
        <p:nvSpPr>
          <p:cNvPr id="78" name="Google Shape;78;p14"/>
          <p:cNvSpPr/>
          <p:nvPr/>
        </p:nvSpPr>
        <p:spPr>
          <a:xfrm rot="10800000">
            <a:off x="0" y="0"/>
            <a:ext cx="9144000" cy="5143500"/>
          </a:xfrm>
          <a:prstGeom prst="rect">
            <a:avLst/>
          </a:prstGeom>
          <a:solidFill>
            <a:srgbClr val="DEE0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rot="-5400000">
            <a:off x="-302850" y="308850"/>
            <a:ext cx="5131500" cy="4525800"/>
          </a:xfrm>
          <a:prstGeom prst="rect">
            <a:avLst/>
          </a:prstGeom>
          <a:gradFill>
            <a:gsLst>
              <a:gs pos="0">
                <a:srgbClr val="FBFBFB">
                  <a:alpha val="0"/>
                </a:srgbClr>
              </a:gs>
              <a:gs pos="58000">
                <a:srgbClr val="FBFBFB">
                  <a:alpha val="0"/>
                </a:srgbClr>
              </a:gs>
              <a:gs pos="100000">
                <a:srgbClr val="BFBFBF"/>
              </a:gs>
            </a:gsLst>
            <a:lin ang="5400012" scaled="0"/>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14"/>
          <p:cNvSpPr/>
          <p:nvPr/>
        </p:nvSpPr>
        <p:spPr>
          <a:xfrm rot="5400000">
            <a:off x="728375" y="683000"/>
            <a:ext cx="724800" cy="724500"/>
          </a:xfrm>
          <a:prstGeom prst="rtTriangle">
            <a:avLst/>
          </a:prstGeom>
          <a:solidFill>
            <a:srgbClr val="C56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rot="-5400000">
            <a:off x="3232651" y="3880675"/>
            <a:ext cx="724800" cy="724500"/>
          </a:xfrm>
          <a:prstGeom prst="rtTriangle">
            <a:avLst/>
          </a:prstGeom>
          <a:solidFill>
            <a:srgbClr val="5461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txBox="1"/>
          <p:nvPr>
            <p:ph type="ctrTitle"/>
          </p:nvPr>
        </p:nvSpPr>
        <p:spPr>
          <a:xfrm>
            <a:off x="5194675" y="655288"/>
            <a:ext cx="3522300" cy="22392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rgbClr val="54616D"/>
              </a:buClr>
              <a:buSzPts val="3600"/>
              <a:buNone/>
              <a:defRPr b="1" sz="3600">
                <a:solidFill>
                  <a:srgbClr val="54616D"/>
                </a:solidFill>
              </a:defRPr>
            </a:lvl1pPr>
            <a:lvl2pPr lvl="1" algn="l">
              <a:lnSpc>
                <a:spcPct val="100000"/>
              </a:lnSpc>
              <a:spcBef>
                <a:spcPts val="0"/>
              </a:spcBef>
              <a:spcAft>
                <a:spcPts val="0"/>
              </a:spcAft>
              <a:buClr>
                <a:srgbClr val="54616D"/>
              </a:buClr>
              <a:buSzPts val="3600"/>
              <a:buNone/>
              <a:defRPr b="1" sz="3600">
                <a:solidFill>
                  <a:srgbClr val="54616D"/>
                </a:solidFill>
              </a:defRPr>
            </a:lvl2pPr>
            <a:lvl3pPr lvl="2" algn="l">
              <a:lnSpc>
                <a:spcPct val="100000"/>
              </a:lnSpc>
              <a:spcBef>
                <a:spcPts val="0"/>
              </a:spcBef>
              <a:spcAft>
                <a:spcPts val="0"/>
              </a:spcAft>
              <a:buClr>
                <a:srgbClr val="54616D"/>
              </a:buClr>
              <a:buSzPts val="3600"/>
              <a:buNone/>
              <a:defRPr b="1" sz="3600">
                <a:solidFill>
                  <a:srgbClr val="54616D"/>
                </a:solidFill>
              </a:defRPr>
            </a:lvl3pPr>
            <a:lvl4pPr lvl="3" algn="l">
              <a:lnSpc>
                <a:spcPct val="100000"/>
              </a:lnSpc>
              <a:spcBef>
                <a:spcPts val="0"/>
              </a:spcBef>
              <a:spcAft>
                <a:spcPts val="0"/>
              </a:spcAft>
              <a:buClr>
                <a:srgbClr val="54616D"/>
              </a:buClr>
              <a:buSzPts val="3600"/>
              <a:buNone/>
              <a:defRPr b="1" sz="3600">
                <a:solidFill>
                  <a:srgbClr val="54616D"/>
                </a:solidFill>
              </a:defRPr>
            </a:lvl4pPr>
            <a:lvl5pPr lvl="4" algn="l">
              <a:lnSpc>
                <a:spcPct val="100000"/>
              </a:lnSpc>
              <a:spcBef>
                <a:spcPts val="0"/>
              </a:spcBef>
              <a:spcAft>
                <a:spcPts val="0"/>
              </a:spcAft>
              <a:buClr>
                <a:srgbClr val="54616D"/>
              </a:buClr>
              <a:buSzPts val="3600"/>
              <a:buNone/>
              <a:defRPr b="1" sz="3600">
                <a:solidFill>
                  <a:srgbClr val="54616D"/>
                </a:solidFill>
              </a:defRPr>
            </a:lvl5pPr>
            <a:lvl6pPr lvl="5" algn="l">
              <a:lnSpc>
                <a:spcPct val="100000"/>
              </a:lnSpc>
              <a:spcBef>
                <a:spcPts val="0"/>
              </a:spcBef>
              <a:spcAft>
                <a:spcPts val="0"/>
              </a:spcAft>
              <a:buClr>
                <a:srgbClr val="54616D"/>
              </a:buClr>
              <a:buSzPts val="3600"/>
              <a:buNone/>
              <a:defRPr b="1" sz="3600">
                <a:solidFill>
                  <a:srgbClr val="54616D"/>
                </a:solidFill>
              </a:defRPr>
            </a:lvl6pPr>
            <a:lvl7pPr lvl="6" algn="l">
              <a:lnSpc>
                <a:spcPct val="100000"/>
              </a:lnSpc>
              <a:spcBef>
                <a:spcPts val="0"/>
              </a:spcBef>
              <a:spcAft>
                <a:spcPts val="0"/>
              </a:spcAft>
              <a:buClr>
                <a:srgbClr val="54616D"/>
              </a:buClr>
              <a:buSzPts val="3600"/>
              <a:buNone/>
              <a:defRPr b="1" sz="3600">
                <a:solidFill>
                  <a:srgbClr val="54616D"/>
                </a:solidFill>
              </a:defRPr>
            </a:lvl7pPr>
            <a:lvl8pPr lvl="7" algn="l">
              <a:lnSpc>
                <a:spcPct val="100000"/>
              </a:lnSpc>
              <a:spcBef>
                <a:spcPts val="0"/>
              </a:spcBef>
              <a:spcAft>
                <a:spcPts val="0"/>
              </a:spcAft>
              <a:buClr>
                <a:srgbClr val="54616D"/>
              </a:buClr>
              <a:buSzPts val="3600"/>
              <a:buNone/>
              <a:defRPr b="1" sz="3600">
                <a:solidFill>
                  <a:srgbClr val="54616D"/>
                </a:solidFill>
              </a:defRPr>
            </a:lvl8pPr>
            <a:lvl9pPr lvl="8" algn="l">
              <a:lnSpc>
                <a:spcPct val="100000"/>
              </a:lnSpc>
              <a:spcBef>
                <a:spcPts val="0"/>
              </a:spcBef>
              <a:spcAft>
                <a:spcPts val="0"/>
              </a:spcAft>
              <a:buClr>
                <a:srgbClr val="54616D"/>
              </a:buClr>
              <a:buSzPts val="3600"/>
              <a:buNone/>
              <a:defRPr b="1" sz="3600">
                <a:solidFill>
                  <a:srgbClr val="54616D"/>
                </a:solidFill>
              </a:defRPr>
            </a:lvl9pPr>
          </a:lstStyle>
          <a:p/>
        </p:txBody>
      </p:sp>
      <p:sp>
        <p:nvSpPr>
          <p:cNvPr id="83" name="Google Shape;83;p14"/>
          <p:cNvSpPr txBox="1"/>
          <p:nvPr>
            <p:ph idx="1" type="subTitle"/>
          </p:nvPr>
        </p:nvSpPr>
        <p:spPr>
          <a:xfrm>
            <a:off x="5194673" y="3807529"/>
            <a:ext cx="2974200" cy="7248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rgbClr val="54616D"/>
              </a:buClr>
              <a:buSzPts val="1400"/>
              <a:buNone/>
              <a:defRPr sz="1400">
                <a:solidFill>
                  <a:srgbClr val="54616D"/>
                </a:solidFill>
              </a:defRPr>
            </a:lvl1pPr>
            <a:lvl2pPr lvl="1" algn="l">
              <a:lnSpc>
                <a:spcPct val="100000"/>
              </a:lnSpc>
              <a:spcBef>
                <a:spcPts val="0"/>
              </a:spcBef>
              <a:spcAft>
                <a:spcPts val="0"/>
              </a:spcAft>
              <a:buClr>
                <a:srgbClr val="54616D"/>
              </a:buClr>
              <a:buSzPts val="1400"/>
              <a:buNone/>
              <a:defRPr sz="1400">
                <a:solidFill>
                  <a:srgbClr val="54616D"/>
                </a:solidFill>
              </a:defRPr>
            </a:lvl2pPr>
            <a:lvl3pPr lvl="2" algn="l">
              <a:lnSpc>
                <a:spcPct val="100000"/>
              </a:lnSpc>
              <a:spcBef>
                <a:spcPts val="0"/>
              </a:spcBef>
              <a:spcAft>
                <a:spcPts val="0"/>
              </a:spcAft>
              <a:buClr>
                <a:srgbClr val="54616D"/>
              </a:buClr>
              <a:buSzPts val="1400"/>
              <a:buNone/>
              <a:defRPr sz="1400">
                <a:solidFill>
                  <a:srgbClr val="54616D"/>
                </a:solidFill>
              </a:defRPr>
            </a:lvl3pPr>
            <a:lvl4pPr lvl="3" algn="l">
              <a:lnSpc>
                <a:spcPct val="100000"/>
              </a:lnSpc>
              <a:spcBef>
                <a:spcPts val="0"/>
              </a:spcBef>
              <a:spcAft>
                <a:spcPts val="0"/>
              </a:spcAft>
              <a:buClr>
                <a:srgbClr val="54616D"/>
              </a:buClr>
              <a:buSzPts val="1400"/>
              <a:buNone/>
              <a:defRPr sz="1400">
                <a:solidFill>
                  <a:srgbClr val="54616D"/>
                </a:solidFill>
              </a:defRPr>
            </a:lvl4pPr>
            <a:lvl5pPr lvl="4" algn="l">
              <a:lnSpc>
                <a:spcPct val="100000"/>
              </a:lnSpc>
              <a:spcBef>
                <a:spcPts val="0"/>
              </a:spcBef>
              <a:spcAft>
                <a:spcPts val="0"/>
              </a:spcAft>
              <a:buClr>
                <a:srgbClr val="54616D"/>
              </a:buClr>
              <a:buSzPts val="1400"/>
              <a:buNone/>
              <a:defRPr sz="1400">
                <a:solidFill>
                  <a:srgbClr val="54616D"/>
                </a:solidFill>
              </a:defRPr>
            </a:lvl5pPr>
            <a:lvl6pPr lvl="5" algn="l">
              <a:lnSpc>
                <a:spcPct val="100000"/>
              </a:lnSpc>
              <a:spcBef>
                <a:spcPts val="0"/>
              </a:spcBef>
              <a:spcAft>
                <a:spcPts val="0"/>
              </a:spcAft>
              <a:buClr>
                <a:srgbClr val="54616D"/>
              </a:buClr>
              <a:buSzPts val="1400"/>
              <a:buNone/>
              <a:defRPr sz="1400">
                <a:solidFill>
                  <a:srgbClr val="54616D"/>
                </a:solidFill>
              </a:defRPr>
            </a:lvl6pPr>
            <a:lvl7pPr lvl="6" algn="l">
              <a:lnSpc>
                <a:spcPct val="100000"/>
              </a:lnSpc>
              <a:spcBef>
                <a:spcPts val="0"/>
              </a:spcBef>
              <a:spcAft>
                <a:spcPts val="0"/>
              </a:spcAft>
              <a:buClr>
                <a:srgbClr val="54616D"/>
              </a:buClr>
              <a:buSzPts val="1400"/>
              <a:buNone/>
              <a:defRPr sz="1400">
                <a:solidFill>
                  <a:srgbClr val="54616D"/>
                </a:solidFill>
              </a:defRPr>
            </a:lvl7pPr>
            <a:lvl8pPr lvl="7" algn="l">
              <a:lnSpc>
                <a:spcPct val="100000"/>
              </a:lnSpc>
              <a:spcBef>
                <a:spcPts val="0"/>
              </a:spcBef>
              <a:spcAft>
                <a:spcPts val="0"/>
              </a:spcAft>
              <a:buClr>
                <a:srgbClr val="54616D"/>
              </a:buClr>
              <a:buSzPts val="1400"/>
              <a:buNone/>
              <a:defRPr sz="1400">
                <a:solidFill>
                  <a:srgbClr val="54616D"/>
                </a:solidFill>
              </a:defRPr>
            </a:lvl8pPr>
            <a:lvl9pPr lvl="8" algn="l">
              <a:lnSpc>
                <a:spcPct val="100000"/>
              </a:lnSpc>
              <a:spcBef>
                <a:spcPts val="0"/>
              </a:spcBef>
              <a:spcAft>
                <a:spcPts val="0"/>
              </a:spcAft>
              <a:buClr>
                <a:srgbClr val="54616D"/>
              </a:buClr>
              <a:buSzPts val="1400"/>
              <a:buNone/>
              <a:defRPr sz="1400">
                <a:solidFill>
                  <a:srgbClr val="54616D"/>
                </a:solidFill>
              </a:defRPr>
            </a:lvl9pPr>
          </a:lstStyle>
          <a:p/>
        </p:txBody>
      </p:sp>
      <p:sp>
        <p:nvSpPr>
          <p:cNvPr id="84" name="Google Shape;84;p1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434343"/>
                </a:solidFill>
              </a:defRPr>
            </a:lvl1pPr>
            <a:lvl2pPr lvl="1" algn="r">
              <a:lnSpc>
                <a:spcPct val="100000"/>
              </a:lnSpc>
              <a:spcAft>
                <a:spcPts val="0"/>
              </a:spcAft>
              <a:buNone/>
              <a:defRPr sz="1000">
                <a:solidFill>
                  <a:srgbClr val="434343"/>
                </a:solidFill>
              </a:defRPr>
            </a:lvl2pPr>
            <a:lvl3pPr lvl="2" algn="r">
              <a:lnSpc>
                <a:spcPct val="100000"/>
              </a:lnSpc>
              <a:spcAft>
                <a:spcPts val="0"/>
              </a:spcAft>
              <a:buNone/>
              <a:defRPr sz="1000">
                <a:solidFill>
                  <a:srgbClr val="434343"/>
                </a:solidFill>
              </a:defRPr>
            </a:lvl3pPr>
            <a:lvl4pPr lvl="3" algn="r">
              <a:lnSpc>
                <a:spcPct val="100000"/>
              </a:lnSpc>
              <a:spcAft>
                <a:spcPts val="0"/>
              </a:spcAft>
              <a:buNone/>
              <a:defRPr sz="1000">
                <a:solidFill>
                  <a:srgbClr val="434343"/>
                </a:solidFill>
              </a:defRPr>
            </a:lvl4pPr>
            <a:lvl5pPr lvl="4" algn="r">
              <a:lnSpc>
                <a:spcPct val="100000"/>
              </a:lnSpc>
              <a:spcAft>
                <a:spcPts val="0"/>
              </a:spcAft>
              <a:buNone/>
              <a:defRPr sz="1000">
                <a:solidFill>
                  <a:srgbClr val="434343"/>
                </a:solidFill>
              </a:defRPr>
            </a:lvl5pPr>
            <a:lvl6pPr lvl="5" algn="r">
              <a:lnSpc>
                <a:spcPct val="100000"/>
              </a:lnSpc>
              <a:spcAft>
                <a:spcPts val="0"/>
              </a:spcAft>
              <a:buNone/>
              <a:defRPr sz="1000">
                <a:solidFill>
                  <a:srgbClr val="434343"/>
                </a:solidFill>
              </a:defRPr>
            </a:lvl6pPr>
            <a:lvl7pPr lvl="6" algn="r">
              <a:lnSpc>
                <a:spcPct val="100000"/>
              </a:lnSpc>
              <a:spcAft>
                <a:spcPts val="0"/>
              </a:spcAft>
              <a:buNone/>
              <a:defRPr sz="1000">
                <a:solidFill>
                  <a:srgbClr val="434343"/>
                </a:solidFill>
              </a:defRPr>
            </a:lvl7pPr>
            <a:lvl8pPr lvl="7" algn="r">
              <a:lnSpc>
                <a:spcPct val="100000"/>
              </a:lnSpc>
              <a:spcAft>
                <a:spcPts val="0"/>
              </a:spcAft>
              <a:buNone/>
              <a:defRPr sz="1000">
                <a:solidFill>
                  <a:srgbClr val="434343"/>
                </a:solidFill>
              </a:defRPr>
            </a:lvl8pPr>
            <a:lvl9pPr lvl="8" algn="r">
              <a:lnSpc>
                <a:spcPct val="100000"/>
              </a:lnSpc>
              <a:spcAft>
                <a:spcPts val="0"/>
              </a:spcAft>
              <a:buNone/>
              <a:defRPr sz="1000">
                <a:solidFill>
                  <a:srgbClr val="434343"/>
                </a:solidFill>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zh-H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5"/>
          <p:cNvPicPr preferRelativeResize="0"/>
          <p:nvPr/>
        </p:nvPicPr>
        <p:blipFill rotWithShape="1">
          <a:blip r:embed="rId3">
            <a:alphaModFix/>
          </a:blip>
          <a:srcRect b="0" l="21263" r="21268" t="0"/>
          <a:stretch/>
        </p:blipFill>
        <p:spPr>
          <a:xfrm>
            <a:off x="921625" y="864500"/>
            <a:ext cx="2847427" cy="3545850"/>
          </a:xfrm>
          <a:prstGeom prst="rect">
            <a:avLst/>
          </a:prstGeom>
          <a:noFill/>
          <a:ln cap="flat" cmpd="sng" w="38100">
            <a:solidFill>
              <a:srgbClr val="FFFFFF"/>
            </a:solidFill>
            <a:prstDash val="solid"/>
            <a:round/>
            <a:headEnd len="sm" w="sm" type="none"/>
            <a:tailEnd len="sm" w="sm" type="none"/>
          </a:ln>
        </p:spPr>
      </p:pic>
      <p:sp>
        <p:nvSpPr>
          <p:cNvPr id="90" name="Google Shape;90;p15"/>
          <p:cNvSpPr txBox="1"/>
          <p:nvPr>
            <p:ph type="ctrTitle"/>
          </p:nvPr>
        </p:nvSpPr>
        <p:spPr>
          <a:xfrm>
            <a:off x="5194675" y="655288"/>
            <a:ext cx="3522300" cy="223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HK"/>
              <a:t>DHoer</a:t>
            </a:r>
            <a:endParaRPr/>
          </a:p>
        </p:txBody>
      </p:sp>
      <p:sp>
        <p:nvSpPr>
          <p:cNvPr id="91" name="Google Shape;91;p15"/>
          <p:cNvSpPr txBox="1"/>
          <p:nvPr>
            <p:ph idx="1" type="subTitle"/>
          </p:nvPr>
        </p:nvSpPr>
        <p:spPr>
          <a:xfrm>
            <a:off x="5194673" y="3807529"/>
            <a:ext cx="2974200" cy="724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HK"/>
              <a:t>Chan Ching Wan</a:t>
            </a:r>
            <a:endParaRPr/>
          </a:p>
          <a:p>
            <a:pPr indent="0" lvl="0" marL="0" rtl="0" algn="l">
              <a:spcBef>
                <a:spcPts val="0"/>
              </a:spcBef>
              <a:spcAft>
                <a:spcPts val="0"/>
              </a:spcAft>
              <a:buNone/>
            </a:pPr>
            <a:r>
              <a:rPr lang="zh-HK"/>
              <a:t>Kwok Man Hin</a:t>
            </a:r>
            <a:endParaRPr/>
          </a:p>
          <a:p>
            <a:pPr indent="0" lvl="0" marL="0" rtl="0" algn="l">
              <a:spcBef>
                <a:spcPts val="0"/>
              </a:spcBef>
              <a:spcAft>
                <a:spcPts val="0"/>
              </a:spcAft>
              <a:buNone/>
            </a:pPr>
            <a:r>
              <a:rPr lang="zh-HK"/>
              <a:t>Yu Chun Yeung</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type="title"/>
          </p:nvPr>
        </p:nvSpPr>
        <p:spPr>
          <a:xfrm>
            <a:off x="324475" y="148225"/>
            <a:ext cx="52449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HK"/>
              <a:t>設計理念</a:t>
            </a:r>
            <a:endParaRPr/>
          </a:p>
        </p:txBody>
      </p:sp>
      <p:sp>
        <p:nvSpPr>
          <p:cNvPr id="97" name="Google Shape;97;p16"/>
          <p:cNvSpPr txBox="1"/>
          <p:nvPr>
            <p:ph idx="1" type="body"/>
          </p:nvPr>
        </p:nvSpPr>
        <p:spPr>
          <a:xfrm>
            <a:off x="324475" y="1920450"/>
            <a:ext cx="8494800" cy="23736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zh-HK"/>
              <a:t>我們這次的設計是針對盲人，我們打算做一個能讓盲人快速到達目的地以及辨別方向，有別於導盲犬，這副眼鏡能在最短時間內幫助盲人到達目的地，同時也會盡量減少盲人發生意外的機會(在後面的功能會有介紹)。想做這副眼鏡的原因是我們發現導盲犬其實對於盲人來說並不算是很方便，一來局限性很大，二來需要耗費時間培養，三來導盲犬並不能以最短路途去到目的地，四來其實現在也有不少場所不准帶導盲犬入內。由此可見其實有諸多限制，進而激發我們想要設計這副眼鏡的理念。</a:t>
            </a:r>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HK"/>
              <a:t>眼鏡的外觀</a:t>
            </a:r>
            <a:endParaRPr/>
          </a:p>
        </p:txBody>
      </p:sp>
      <p:sp>
        <p:nvSpPr>
          <p:cNvPr id="103" name="Google Shape;103;p1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sp>
        <p:nvSpPr>
          <p:cNvPr id="104" name="Google Shape;104;p17"/>
          <p:cNvSpPr txBox="1"/>
          <p:nvPr>
            <p:ph idx="1" type="subTitle"/>
          </p:nvPr>
        </p:nvSpPr>
        <p:spPr>
          <a:xfrm>
            <a:off x="-174600" y="2715550"/>
            <a:ext cx="4925400" cy="1501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HK"/>
              <a:t>眼鏡是不規則的形狀</a:t>
            </a:r>
            <a:endParaRPr/>
          </a:p>
          <a:p>
            <a:pPr indent="0" lvl="0" marL="0" rtl="0" algn="ctr">
              <a:spcBef>
                <a:spcPts val="0"/>
              </a:spcBef>
              <a:spcAft>
                <a:spcPts val="0"/>
              </a:spcAft>
              <a:buNone/>
            </a:pPr>
            <a:r>
              <a:rPr lang="zh-HK"/>
              <a:t>讓視障人士摸到的時候</a:t>
            </a:r>
            <a:endParaRPr/>
          </a:p>
          <a:p>
            <a:pPr indent="0" lvl="0" marL="0" rtl="0" algn="ctr">
              <a:spcBef>
                <a:spcPts val="0"/>
              </a:spcBef>
              <a:spcAft>
                <a:spcPts val="0"/>
              </a:spcAft>
              <a:buNone/>
            </a:pPr>
            <a:r>
              <a:rPr lang="zh-HK"/>
              <a:t>就知道這是眼鏡</a:t>
            </a:r>
            <a:endParaRPr/>
          </a:p>
          <a:p>
            <a:pPr indent="0" lvl="0" marL="0" rtl="0" algn="ctr">
              <a:spcBef>
                <a:spcPts val="0"/>
              </a:spcBef>
              <a:spcAft>
                <a:spcPts val="0"/>
              </a:spcAft>
              <a:buNone/>
            </a:pPr>
            <a:r>
              <a:rPr lang="zh-HK"/>
              <a:t>方便他們戴上</a:t>
            </a:r>
            <a:endParaRPr/>
          </a:p>
        </p:txBody>
      </p:sp>
      <p:sp>
        <p:nvSpPr>
          <p:cNvPr id="105" name="Google Shape;105;p17"/>
          <p:cNvSpPr txBox="1"/>
          <p:nvPr/>
        </p:nvSpPr>
        <p:spPr>
          <a:xfrm>
            <a:off x="232225" y="4627425"/>
            <a:ext cx="38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a:latin typeface="Lato"/>
                <a:ea typeface="Lato"/>
                <a:cs typeface="Lato"/>
                <a:sym typeface="Lato"/>
              </a:rPr>
              <a:t>M</a:t>
            </a:r>
            <a:endParaRPr>
              <a:latin typeface="Lato"/>
              <a:ea typeface="Lato"/>
              <a:cs typeface="Lato"/>
              <a:sym typeface="Lato"/>
            </a:endParaRPr>
          </a:p>
        </p:txBody>
      </p:sp>
      <p:pic>
        <p:nvPicPr>
          <p:cNvPr id="106" name="Google Shape;106;p17"/>
          <p:cNvPicPr preferRelativeResize="0"/>
          <p:nvPr/>
        </p:nvPicPr>
        <p:blipFill>
          <a:blip r:embed="rId3">
            <a:alphaModFix/>
          </a:blip>
          <a:stretch>
            <a:fillRect/>
          </a:stretch>
        </p:blipFill>
        <p:spPr>
          <a:xfrm>
            <a:off x="4891209" y="1009700"/>
            <a:ext cx="3933575" cy="3344550"/>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12" name="Google Shape;112;p18"/>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113" name="Google Shape;113;p18"/>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18"/>
          <p:cNvPicPr preferRelativeResize="0"/>
          <p:nvPr/>
        </p:nvPicPr>
        <p:blipFill>
          <a:blip r:embed="rId3">
            <a:alphaModFix/>
          </a:blip>
          <a:stretch>
            <a:fillRect/>
          </a:stretch>
        </p:blipFill>
        <p:spPr>
          <a:xfrm>
            <a:off x="-40375" y="0"/>
            <a:ext cx="9184374"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853950" y="1304850"/>
            <a:ext cx="7436100" cy="1538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2"/>
              </a:buClr>
              <a:buSzPct val="34375"/>
              <a:buFont typeface="Arial"/>
              <a:buNone/>
            </a:pPr>
            <a:r>
              <a:rPr b="0" lang="zh-HK" sz="3200">
                <a:latin typeface="Roboto"/>
                <a:ea typeface="Roboto"/>
                <a:cs typeface="Roboto"/>
                <a:sym typeface="Roboto"/>
              </a:rPr>
              <a:t>設計原因</a:t>
            </a:r>
            <a:endParaRPr b="0" sz="3200">
              <a:latin typeface="Roboto"/>
              <a:ea typeface="Roboto"/>
              <a:cs typeface="Roboto"/>
              <a:sym typeface="Roboto"/>
            </a:endParaRPr>
          </a:p>
          <a:p>
            <a:pPr indent="0" lvl="0" marL="0" rtl="0" algn="ctr">
              <a:spcBef>
                <a:spcPts val="0"/>
              </a:spcBef>
              <a:spcAft>
                <a:spcPts val="0"/>
              </a:spcAft>
              <a:buNone/>
            </a:pPr>
            <a:r>
              <a:t/>
            </a:r>
            <a:endParaRPr/>
          </a:p>
        </p:txBody>
      </p:sp>
      <p:sp>
        <p:nvSpPr>
          <p:cNvPr id="120" name="Google Shape;120;p19"/>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HK"/>
              <a:t>幫助視障人士在外出時遠距離幫助他們到達目的地</a:t>
            </a:r>
            <a:endParaRPr/>
          </a:p>
          <a:p>
            <a:pPr indent="0" lvl="0" marL="0" rtl="0" algn="ctr">
              <a:spcBef>
                <a:spcPts val="1200"/>
              </a:spcBef>
              <a:spcAft>
                <a:spcPts val="1200"/>
              </a:spcAft>
              <a:buNone/>
            </a:pPr>
            <a:r>
              <a:rPr lang="zh-HK"/>
              <a:t>讓意外發生的機會減少</a:t>
            </a:r>
            <a:endParaRPr/>
          </a:p>
        </p:txBody>
      </p:sp>
      <p:sp>
        <p:nvSpPr>
          <p:cNvPr id="121" name="Google Shape;121;p19"/>
          <p:cNvSpPr txBox="1"/>
          <p:nvPr/>
        </p:nvSpPr>
        <p:spPr>
          <a:xfrm>
            <a:off x="215025" y="4584425"/>
            <a:ext cx="49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a:latin typeface="Lato"/>
                <a:ea typeface="Lato"/>
                <a:cs typeface="Lato"/>
                <a:sym typeface="Lato"/>
              </a:rPr>
              <a:t>M</a:t>
            </a:r>
            <a:endParaRPr>
              <a:latin typeface="Lato"/>
              <a:ea typeface="Lato"/>
              <a:cs typeface="Lato"/>
              <a:sym typeface="Lato"/>
            </a:endParaRPr>
          </a:p>
        </p:txBody>
      </p:sp>
    </p:spTree>
  </p:cSld>
  <p:clrMapOvr>
    <a:masterClrMapping/>
  </p:clrMapOvr>
  <mc:AlternateContent>
    <mc:Choice Requires="p14">
      <p:transition spd="slow" p14:dur="1000">
        <p:push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177172" y="1395082"/>
            <a:ext cx="3604500" cy="2242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b="0" lang="zh-HK" sz="3200">
                <a:latin typeface="Roboto"/>
                <a:ea typeface="Roboto"/>
                <a:cs typeface="Roboto"/>
                <a:sym typeface="Roboto"/>
              </a:rPr>
              <a:t>眼鏡的功能 (1) </a:t>
            </a:r>
            <a:endParaRPr/>
          </a:p>
        </p:txBody>
      </p:sp>
      <p:sp>
        <p:nvSpPr>
          <p:cNvPr id="127" name="Google Shape;127;p20"/>
          <p:cNvSpPr txBox="1"/>
          <p:nvPr/>
        </p:nvSpPr>
        <p:spPr>
          <a:xfrm rot="147446">
            <a:off x="3050517" y="743787"/>
            <a:ext cx="5905231" cy="646489"/>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000">
              <a:solidFill>
                <a:schemeClr val="lt1"/>
              </a:solidFill>
              <a:latin typeface="Lato"/>
              <a:ea typeface="Lato"/>
              <a:cs typeface="Lato"/>
              <a:sym typeface="Lato"/>
            </a:endParaRPr>
          </a:p>
        </p:txBody>
      </p:sp>
      <p:sp>
        <p:nvSpPr>
          <p:cNvPr id="128" name="Google Shape;128;p20"/>
          <p:cNvSpPr txBox="1"/>
          <p:nvPr/>
        </p:nvSpPr>
        <p:spPr>
          <a:xfrm>
            <a:off x="3242825" y="885363"/>
            <a:ext cx="55206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2900">
                <a:solidFill>
                  <a:schemeClr val="lt1"/>
                </a:solidFill>
                <a:latin typeface="Dancing Script SemiBold"/>
                <a:ea typeface="Dancing Script SemiBold"/>
                <a:cs typeface="Dancing Script SemiBold"/>
                <a:sym typeface="Dancing Script SemiBold"/>
              </a:rPr>
              <a:t>偵測障礙物</a:t>
            </a:r>
            <a:endParaRPr sz="2900">
              <a:solidFill>
                <a:schemeClr val="lt1"/>
              </a:solidFill>
              <a:latin typeface="Dancing Script SemiBold"/>
              <a:ea typeface="Dancing Script SemiBold"/>
              <a:cs typeface="Dancing Script SemiBold"/>
              <a:sym typeface="Dancing Script SemiBold"/>
            </a:endParaRPr>
          </a:p>
        </p:txBody>
      </p:sp>
      <p:sp>
        <p:nvSpPr>
          <p:cNvPr id="129" name="Google Shape;129;p20"/>
          <p:cNvSpPr txBox="1"/>
          <p:nvPr/>
        </p:nvSpPr>
        <p:spPr>
          <a:xfrm>
            <a:off x="3208251" y="2010954"/>
            <a:ext cx="54354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600">
                <a:solidFill>
                  <a:schemeClr val="lt1"/>
                </a:solidFill>
                <a:latin typeface="Lato"/>
                <a:ea typeface="Lato"/>
                <a:cs typeface="Lato"/>
                <a:sym typeface="Lato"/>
              </a:rPr>
              <a:t>  眼鏡會配搭裝置，偵測周圍的障礙物，如果偵測到有危險，眼鏡便會發出提醒，又能確保安全。</a:t>
            </a:r>
            <a:endParaRPr sz="1600">
              <a:solidFill>
                <a:schemeClr val="lt1"/>
              </a:solidFill>
              <a:latin typeface="Lato"/>
              <a:ea typeface="Lato"/>
              <a:cs typeface="Lato"/>
              <a:sym typeface="Lato"/>
            </a:endParaRPr>
          </a:p>
          <a:p>
            <a:pPr indent="0" lvl="0" marL="0" rtl="0" algn="l">
              <a:spcBef>
                <a:spcPts val="0"/>
              </a:spcBef>
              <a:spcAft>
                <a:spcPts val="0"/>
              </a:spcAft>
              <a:buNone/>
            </a:pPr>
            <a:r>
              <a:rPr lang="zh-HK" sz="1600">
                <a:solidFill>
                  <a:schemeClr val="lt1"/>
                </a:solidFill>
                <a:latin typeface="Lato"/>
                <a:ea typeface="Lato"/>
                <a:cs typeface="Lato"/>
                <a:sym typeface="Lato"/>
              </a:rPr>
              <a:t>  眼鏡配搭三顆前置攝像頭，一顆在前面，另外兩顆分別在眼鏡的左邊和右邊。這樣便能清楚地了解周</a:t>
            </a:r>
            <a:r>
              <a:rPr lang="zh-HK" sz="1600">
                <a:solidFill>
                  <a:schemeClr val="lt1"/>
                </a:solidFill>
                <a:latin typeface="Lato"/>
                <a:ea typeface="Lato"/>
                <a:cs typeface="Lato"/>
                <a:sym typeface="Lato"/>
              </a:rPr>
              <a:t>圍的情況</a:t>
            </a:r>
            <a:endParaRPr sz="1600">
              <a:solidFill>
                <a:schemeClr val="lt1"/>
              </a:solidFill>
              <a:latin typeface="Lato"/>
              <a:ea typeface="Lato"/>
              <a:cs typeface="Lato"/>
              <a:sym typeface="Lato"/>
            </a:endParaRPr>
          </a:p>
          <a:p>
            <a:pPr indent="0" lvl="0" marL="0" rtl="0" algn="l">
              <a:spcBef>
                <a:spcPts val="0"/>
              </a:spcBef>
              <a:spcAft>
                <a:spcPts val="0"/>
              </a:spcAft>
              <a:buNone/>
            </a:pPr>
            <a:r>
              <a:rPr lang="zh-HK" sz="1600">
                <a:solidFill>
                  <a:schemeClr val="lt1"/>
                </a:solidFill>
                <a:latin typeface="Lato"/>
                <a:ea typeface="Lato"/>
                <a:cs typeface="Lato"/>
                <a:sym typeface="Lato"/>
              </a:rPr>
              <a:t>（比如過馬路時偵測馬路的情況） </a:t>
            </a:r>
            <a:endParaRPr sz="1600">
              <a:solidFill>
                <a:schemeClr val="lt1"/>
              </a:solidFill>
              <a:latin typeface="Lato"/>
              <a:ea typeface="Lato"/>
              <a:cs typeface="Lato"/>
              <a:sym typeface="Lato"/>
            </a:endParaRPr>
          </a:p>
          <a:p>
            <a:pPr indent="0" lvl="0" marL="0" rtl="0" algn="l">
              <a:spcBef>
                <a:spcPts val="0"/>
              </a:spcBef>
              <a:spcAft>
                <a:spcPts val="0"/>
              </a:spcAft>
              <a:buNone/>
            </a:pPr>
            <a:r>
              <a:rPr lang="zh-HK" sz="1600">
                <a:solidFill>
                  <a:schemeClr val="lt1"/>
                </a:solidFill>
                <a:latin typeface="Lato"/>
                <a:ea typeface="Lato"/>
                <a:cs typeface="Lato"/>
                <a:sym typeface="Lato"/>
              </a:rPr>
              <a:t>  另外，如果鏡頭偵測到有人在使用者前面（大概0.5米或以下的距離），眼鏡會告訴使用者，如果他繼續向前走的話會撞到人</a:t>
            </a:r>
            <a:endParaRPr sz="1600">
              <a:solidFill>
                <a:schemeClr val="lt1"/>
              </a:solidFill>
              <a:latin typeface="Lato"/>
              <a:ea typeface="Lato"/>
              <a:cs typeface="Lato"/>
              <a:sym typeface="Lato"/>
            </a:endParaRPr>
          </a:p>
        </p:txBody>
      </p:sp>
    </p:spTree>
  </p:cSld>
  <p:clrMapOvr>
    <a:masterClrMapping/>
  </p:clrMapOvr>
  <mc:AlternateContent>
    <mc:Choice Requires="p14">
      <p:transition spd="slow" p14:dur="1000">
        <p14:prism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20978" y="821591"/>
            <a:ext cx="6244200" cy="3835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b="0" lang="zh-HK" sz="3200">
                <a:latin typeface="Roboto"/>
                <a:ea typeface="Roboto"/>
                <a:cs typeface="Roboto"/>
                <a:sym typeface="Roboto"/>
              </a:rPr>
              <a:t>眼鏡的</a:t>
            </a:r>
            <a:r>
              <a:rPr b="0" lang="zh-HK" sz="3200">
                <a:latin typeface="Roboto"/>
                <a:ea typeface="Roboto"/>
                <a:cs typeface="Roboto"/>
                <a:sym typeface="Roboto"/>
              </a:rPr>
              <a:t>功能 (2) </a:t>
            </a:r>
            <a:endParaRPr/>
          </a:p>
        </p:txBody>
      </p:sp>
      <p:sp>
        <p:nvSpPr>
          <p:cNvPr id="135" name="Google Shape;135;p21"/>
          <p:cNvSpPr txBox="1"/>
          <p:nvPr/>
        </p:nvSpPr>
        <p:spPr>
          <a:xfrm>
            <a:off x="3144625" y="1661700"/>
            <a:ext cx="5678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2900">
                <a:solidFill>
                  <a:schemeClr val="lt1"/>
                </a:solidFill>
                <a:latin typeface="Dancing Script SemiBold"/>
                <a:ea typeface="Dancing Script SemiBold"/>
                <a:cs typeface="Dancing Script SemiBold"/>
                <a:sym typeface="Dancing Script SemiBold"/>
              </a:rPr>
              <a:t>在最短時間內到達目的地</a:t>
            </a:r>
            <a:endParaRPr>
              <a:latin typeface="Lato"/>
              <a:ea typeface="Lato"/>
              <a:cs typeface="Lato"/>
              <a:sym typeface="Lato"/>
            </a:endParaRPr>
          </a:p>
        </p:txBody>
      </p:sp>
      <p:sp>
        <p:nvSpPr>
          <p:cNvPr id="136" name="Google Shape;136;p21"/>
          <p:cNvSpPr txBox="1"/>
          <p:nvPr/>
        </p:nvSpPr>
        <p:spPr>
          <a:xfrm>
            <a:off x="3223675" y="2719600"/>
            <a:ext cx="55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600">
                <a:solidFill>
                  <a:schemeClr val="lt1"/>
                </a:solidFill>
                <a:latin typeface="Lato"/>
                <a:ea typeface="Lato"/>
                <a:cs typeface="Lato"/>
                <a:sym typeface="Lato"/>
              </a:rPr>
              <a:t>  配合地圖，能以最短和最安全的路程到達目的地，大大縮短了路程時間，更加便利。</a:t>
            </a:r>
            <a:endParaRPr sz="1600">
              <a:solidFill>
                <a:schemeClr val="lt1"/>
              </a:solidFill>
              <a:latin typeface="Lato"/>
              <a:ea typeface="Lato"/>
              <a:cs typeface="Lato"/>
              <a:sym typeface="Lato"/>
            </a:endParaRPr>
          </a:p>
        </p:txBody>
      </p:sp>
    </p:spTree>
  </p:cSld>
  <p:clrMapOvr>
    <a:masterClrMapping/>
  </p:clrMapOvr>
  <mc:AlternateContent>
    <mc:Choice Requires="p14">
      <p:transition spd="slow" p14:dur="1000">
        <p14:gallery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b="0" lang="zh-HK" sz="3200">
                <a:latin typeface="Roboto"/>
                <a:ea typeface="Roboto"/>
                <a:cs typeface="Roboto"/>
                <a:sym typeface="Roboto"/>
              </a:rPr>
              <a:t>眼鏡的功能 (3) </a:t>
            </a:r>
            <a:endParaRPr/>
          </a:p>
        </p:txBody>
      </p:sp>
      <p:sp>
        <p:nvSpPr>
          <p:cNvPr id="142" name="Google Shape;142;p22"/>
          <p:cNvSpPr txBox="1"/>
          <p:nvPr/>
        </p:nvSpPr>
        <p:spPr>
          <a:xfrm>
            <a:off x="3307400" y="1738825"/>
            <a:ext cx="4863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2900">
                <a:solidFill>
                  <a:schemeClr val="lt1"/>
                </a:solidFill>
                <a:latin typeface="Dancing Script SemiBold"/>
                <a:ea typeface="Dancing Script SemiBold"/>
                <a:cs typeface="Dancing Script SemiBold"/>
                <a:sym typeface="Dancing Script SemiBold"/>
              </a:rPr>
              <a:t>可行性高</a:t>
            </a:r>
            <a:endParaRPr>
              <a:latin typeface="Lato"/>
              <a:ea typeface="Lato"/>
              <a:cs typeface="Lato"/>
              <a:sym typeface="Lato"/>
            </a:endParaRPr>
          </a:p>
        </p:txBody>
      </p:sp>
      <p:sp>
        <p:nvSpPr>
          <p:cNvPr id="143" name="Google Shape;143;p22"/>
          <p:cNvSpPr txBox="1"/>
          <p:nvPr/>
        </p:nvSpPr>
        <p:spPr>
          <a:xfrm>
            <a:off x="3307400" y="2796700"/>
            <a:ext cx="48639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600">
                <a:solidFill>
                  <a:schemeClr val="lt1"/>
                </a:solidFill>
                <a:latin typeface="Lato"/>
                <a:ea typeface="Lato"/>
                <a:cs typeface="Lato"/>
                <a:sym typeface="Lato"/>
              </a:rPr>
              <a:t>  眼鏡的可行性高，很容易實現。眼鏡使用起來也不會覺得很麻煩，更便利。所有的零件都可以放進眼鏡內，不會外露，不影響外型也不容易壞。</a:t>
            </a:r>
            <a:endParaRPr sz="1600">
              <a:solidFill>
                <a:schemeClr val="lt1"/>
              </a:solidFill>
              <a:latin typeface="Lato"/>
              <a:ea typeface="Lato"/>
              <a:cs typeface="Lato"/>
              <a:sym typeface="Lato"/>
            </a:endParaRPr>
          </a:p>
          <a:p>
            <a:pPr indent="0" lvl="0" marL="0" rtl="0" algn="l">
              <a:spcBef>
                <a:spcPts val="0"/>
              </a:spcBef>
              <a:spcAft>
                <a:spcPts val="0"/>
              </a:spcAft>
              <a:buNone/>
            </a:pPr>
            <a:r>
              <a:t/>
            </a:r>
            <a:endParaRPr sz="1600">
              <a:solidFill>
                <a:schemeClr val="lt1"/>
              </a:solidFill>
              <a:latin typeface="Lato"/>
              <a:ea typeface="Lato"/>
              <a:cs typeface="Lato"/>
              <a:sym typeface="Lato"/>
            </a:endParaRPr>
          </a:p>
        </p:txBody>
      </p:sp>
    </p:spTree>
  </p:cSld>
  <p:clrMapOvr>
    <a:masterClrMapping/>
  </p:clrMapOvr>
  <mc:AlternateContent>
    <mc:Choice Requires="p14">
      <p:transition spd="slow" p14:dur="1000">
        <p14:gallery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手機程式外貌</a:t>
            </a:r>
            <a:endParaRPr/>
          </a:p>
        </p:txBody>
      </p:sp>
    </p:spTree>
  </p:cSld>
  <p:clrMapOvr>
    <a:masterClrMapping/>
  </p:clrMapOvr>
  <mc:AlternateContent>
    <mc:Choice Requires="p14">
      <p:transition spd="slow" p14:dur="1000">
        <p14:flip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rot="-209010">
            <a:off x="401029" y="-20316"/>
            <a:ext cx="3372231" cy="2668322"/>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程式的</a:t>
            </a:r>
            <a:r>
              <a:rPr b="0" lang="zh-HK" sz="3200">
                <a:latin typeface="Roboto"/>
                <a:ea typeface="Roboto"/>
                <a:cs typeface="Roboto"/>
                <a:sym typeface="Roboto"/>
              </a:rPr>
              <a:t>功能 (1)</a:t>
            </a:r>
            <a:endParaRPr b="0" sz="3200">
              <a:latin typeface="Roboto"/>
              <a:ea typeface="Roboto"/>
              <a:cs typeface="Roboto"/>
              <a:sym typeface="Roboto"/>
            </a:endParaRPr>
          </a:p>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Function </a:t>
            </a:r>
            <a:endParaRPr/>
          </a:p>
        </p:txBody>
      </p:sp>
      <p:pic>
        <p:nvPicPr>
          <p:cNvPr id="154" name="Google Shape;154;p24"/>
          <p:cNvPicPr preferRelativeResize="0"/>
          <p:nvPr/>
        </p:nvPicPr>
        <p:blipFill>
          <a:blip r:embed="rId3">
            <a:alphaModFix/>
          </a:blip>
          <a:stretch>
            <a:fillRect/>
          </a:stretch>
        </p:blipFill>
        <p:spPr>
          <a:xfrm rot="667052">
            <a:off x="6874388" y="192124"/>
            <a:ext cx="2141926" cy="1532831"/>
          </a:xfrm>
          <a:prstGeom prst="rect">
            <a:avLst/>
          </a:prstGeom>
          <a:noFill/>
          <a:ln>
            <a:noFill/>
          </a:ln>
        </p:spPr>
      </p:pic>
      <p:sp>
        <p:nvSpPr>
          <p:cNvPr id="155" name="Google Shape;155;p24"/>
          <p:cNvSpPr txBox="1"/>
          <p:nvPr/>
        </p:nvSpPr>
        <p:spPr>
          <a:xfrm>
            <a:off x="1866450" y="2141700"/>
            <a:ext cx="5909100" cy="19395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lt1"/>
              </a:buClr>
              <a:buSzPts val="2500"/>
              <a:buFont typeface="Lato"/>
              <a:buChar char="●"/>
            </a:pPr>
            <a:r>
              <a:rPr lang="zh-HK" sz="2500">
                <a:solidFill>
                  <a:schemeClr val="lt1"/>
                </a:solidFill>
                <a:latin typeface="Lato"/>
                <a:ea typeface="Lato"/>
                <a:cs typeface="Lato"/>
                <a:sym typeface="Lato"/>
              </a:rPr>
              <a:t>該應用程序可以有一個功能位置，讓用戶</a:t>
            </a:r>
            <a:r>
              <a:rPr lang="zh-HK" sz="2500">
                <a:solidFill>
                  <a:schemeClr val="lt1"/>
                </a:solidFill>
                <a:latin typeface="Lato"/>
                <a:ea typeface="Lato"/>
                <a:cs typeface="Lato"/>
                <a:sym typeface="Lato"/>
              </a:rPr>
              <a:t>或照顧用戶的人</a:t>
            </a:r>
            <a:r>
              <a:rPr lang="zh-HK" sz="2500">
                <a:solidFill>
                  <a:schemeClr val="lt1"/>
                </a:solidFill>
                <a:latin typeface="Lato"/>
                <a:ea typeface="Lato"/>
                <a:cs typeface="Lato"/>
                <a:sym typeface="Lato"/>
              </a:rPr>
              <a:t>知道如何使用它</a:t>
            </a:r>
            <a:endParaRPr sz="2500">
              <a:solidFill>
                <a:schemeClr val="lt1"/>
              </a:solidFill>
              <a:latin typeface="Lato"/>
              <a:ea typeface="Lato"/>
              <a:cs typeface="Lato"/>
              <a:sym typeface="Lato"/>
            </a:endParaRPr>
          </a:p>
          <a:p>
            <a:pPr indent="-387350" lvl="0" marL="457200" rtl="0" algn="l">
              <a:spcBef>
                <a:spcPts val="0"/>
              </a:spcBef>
              <a:spcAft>
                <a:spcPts val="0"/>
              </a:spcAft>
              <a:buClr>
                <a:schemeClr val="lt1"/>
              </a:buClr>
              <a:buSzPts val="2500"/>
              <a:buFont typeface="Lato"/>
              <a:buChar char="●"/>
            </a:pPr>
            <a:r>
              <a:rPr lang="zh-HK" sz="2500">
                <a:solidFill>
                  <a:schemeClr val="lt1"/>
                </a:solidFill>
                <a:latin typeface="Lato"/>
                <a:ea typeface="Lato"/>
                <a:cs typeface="Lato"/>
                <a:sym typeface="Lato"/>
              </a:rPr>
              <a:t>了解我們的應用程序</a:t>
            </a:r>
            <a:endParaRPr sz="2500">
              <a:solidFill>
                <a:schemeClr val="lt1"/>
              </a:solidFill>
              <a:latin typeface="Lato"/>
              <a:ea typeface="Lato"/>
              <a:cs typeface="Lato"/>
              <a:sym typeface="Lato"/>
            </a:endParaRPr>
          </a:p>
          <a:p>
            <a:pPr indent="-387350" lvl="0" marL="457200" rtl="0" algn="l">
              <a:spcBef>
                <a:spcPts val="0"/>
              </a:spcBef>
              <a:spcAft>
                <a:spcPts val="0"/>
              </a:spcAft>
              <a:buClr>
                <a:schemeClr val="lt1"/>
              </a:buClr>
              <a:buSzPts val="2500"/>
              <a:buFont typeface="Lato"/>
              <a:buChar char="●"/>
            </a:pPr>
            <a:r>
              <a:rPr lang="zh-HK" sz="2500">
                <a:solidFill>
                  <a:schemeClr val="lt1"/>
                </a:solidFill>
                <a:latin typeface="Lato"/>
                <a:ea typeface="Lato"/>
                <a:cs typeface="Lato"/>
                <a:sym typeface="Lato"/>
              </a:rPr>
              <a:t>介紹我們的應用程序</a:t>
            </a:r>
            <a:endParaRPr sz="2500">
              <a:solidFill>
                <a:schemeClr val="lt1"/>
              </a:solidFill>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mc:AlternateContent>
    <mc:Choice Requires="p14">
      <p:transition spd="slow" p14:dur="1000">
        <p:pus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rot="-208935">
            <a:off x="94902" y="-64262"/>
            <a:ext cx="4820600" cy="2668322"/>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程式的功能 (1) </a:t>
            </a:r>
            <a:endParaRPr b="0" sz="3200">
              <a:latin typeface="Roboto"/>
              <a:ea typeface="Roboto"/>
              <a:cs typeface="Roboto"/>
              <a:sym typeface="Roboto"/>
            </a:endParaRPr>
          </a:p>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Function</a:t>
            </a:r>
            <a:endParaRPr b="0" sz="3200">
              <a:latin typeface="Roboto"/>
              <a:ea typeface="Roboto"/>
              <a:cs typeface="Roboto"/>
              <a:sym typeface="Roboto"/>
            </a:endParaRPr>
          </a:p>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Reason For Setting This </a:t>
            </a:r>
            <a:endParaRPr b="0" sz="3200">
              <a:latin typeface="Roboto"/>
              <a:ea typeface="Roboto"/>
              <a:cs typeface="Roboto"/>
              <a:sym typeface="Roboto"/>
            </a:endParaRPr>
          </a:p>
        </p:txBody>
      </p:sp>
      <p:pic>
        <p:nvPicPr>
          <p:cNvPr id="161" name="Google Shape;161;p25"/>
          <p:cNvPicPr preferRelativeResize="0"/>
          <p:nvPr/>
        </p:nvPicPr>
        <p:blipFill>
          <a:blip r:embed="rId3">
            <a:alphaModFix/>
          </a:blip>
          <a:stretch>
            <a:fillRect/>
          </a:stretch>
        </p:blipFill>
        <p:spPr>
          <a:xfrm rot="667052">
            <a:off x="6874388" y="192124"/>
            <a:ext cx="2141926" cy="1532831"/>
          </a:xfrm>
          <a:prstGeom prst="rect">
            <a:avLst/>
          </a:prstGeom>
          <a:noFill/>
          <a:ln>
            <a:noFill/>
          </a:ln>
        </p:spPr>
      </p:pic>
      <p:sp>
        <p:nvSpPr>
          <p:cNvPr id="162" name="Google Shape;162;p25"/>
          <p:cNvSpPr txBox="1"/>
          <p:nvPr/>
        </p:nvSpPr>
        <p:spPr>
          <a:xfrm>
            <a:off x="1315975" y="2522700"/>
            <a:ext cx="6459600" cy="17856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Clr>
                <a:schemeClr val="lt1"/>
              </a:buClr>
              <a:buSzPts val="3000"/>
              <a:buFont typeface="Lato"/>
              <a:buChar char="●"/>
            </a:pPr>
            <a:r>
              <a:rPr lang="zh-HK" sz="3000">
                <a:solidFill>
                  <a:schemeClr val="lt1"/>
                </a:solidFill>
                <a:latin typeface="Lato"/>
                <a:ea typeface="Lato"/>
                <a:cs typeface="Lato"/>
                <a:sym typeface="Lato"/>
              </a:rPr>
              <a:t>如果用戶不知道如何使用它，</a:t>
            </a:r>
            <a:endParaRPr sz="3000">
              <a:solidFill>
                <a:schemeClr val="lt1"/>
              </a:solidFill>
              <a:latin typeface="Lato"/>
              <a:ea typeface="Lato"/>
              <a:cs typeface="Lato"/>
              <a:sym typeface="Lato"/>
            </a:endParaRPr>
          </a:p>
          <a:p>
            <a:pPr indent="0" lvl="0" marL="0" rtl="0" algn="l">
              <a:spcBef>
                <a:spcPts val="0"/>
              </a:spcBef>
              <a:spcAft>
                <a:spcPts val="0"/>
              </a:spcAft>
              <a:buNone/>
            </a:pPr>
            <a:r>
              <a:rPr lang="zh-HK" sz="3000">
                <a:solidFill>
                  <a:schemeClr val="lt1"/>
                </a:solidFill>
                <a:latin typeface="Lato"/>
                <a:ea typeface="Lato"/>
                <a:cs typeface="Lato"/>
                <a:sym typeface="Lato"/>
              </a:rPr>
              <a:t>      那麼這種產品就是垃圾。</a:t>
            </a:r>
            <a:endParaRPr sz="3000">
              <a:solidFill>
                <a:schemeClr val="lt1"/>
              </a:solidFill>
              <a:latin typeface="Lato"/>
              <a:ea typeface="Lato"/>
              <a:cs typeface="Lato"/>
              <a:sym typeface="Lato"/>
            </a:endParaRPr>
          </a:p>
          <a:p>
            <a:pPr indent="-419100" lvl="0" marL="457200" rtl="0" algn="l">
              <a:spcBef>
                <a:spcPts val="0"/>
              </a:spcBef>
              <a:spcAft>
                <a:spcPts val="0"/>
              </a:spcAft>
              <a:buClr>
                <a:schemeClr val="lt1"/>
              </a:buClr>
              <a:buSzPts val="3000"/>
              <a:buFont typeface="Lato"/>
              <a:buChar char="●"/>
            </a:pPr>
            <a:r>
              <a:rPr lang="zh-HK" sz="3000">
                <a:solidFill>
                  <a:schemeClr val="lt1"/>
                </a:solidFill>
                <a:latin typeface="Lato"/>
                <a:ea typeface="Lato"/>
                <a:cs typeface="Lato"/>
                <a:sym typeface="Lato"/>
              </a:rPr>
              <a:t>用戶不願意使用或購買</a:t>
            </a:r>
            <a:endParaRPr sz="3000">
              <a:solidFill>
                <a:schemeClr val="lt1"/>
              </a:solidFill>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163" name="Google Shape;163;p25"/>
          <p:cNvPicPr preferRelativeResize="0"/>
          <p:nvPr/>
        </p:nvPicPr>
        <p:blipFill>
          <a:blip r:embed="rId4">
            <a:alphaModFix/>
          </a:blip>
          <a:stretch>
            <a:fillRect/>
          </a:stretch>
        </p:blipFill>
        <p:spPr>
          <a:xfrm>
            <a:off x="6746700" y="2748000"/>
            <a:ext cx="2397300" cy="2397300"/>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rot="-232949">
            <a:off x="308453" y="598390"/>
            <a:ext cx="4045184" cy="1131489"/>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程式的功能 (2) </a:t>
            </a:r>
            <a:endParaRPr b="0" sz="3200">
              <a:latin typeface="Roboto"/>
              <a:ea typeface="Roboto"/>
              <a:cs typeface="Roboto"/>
              <a:sym typeface="Roboto"/>
            </a:endParaRPr>
          </a:p>
          <a:p>
            <a:pPr indent="0" lvl="0" marL="0" rtl="0" algn="ctr">
              <a:spcBef>
                <a:spcPts val="0"/>
              </a:spcBef>
              <a:spcAft>
                <a:spcPts val="0"/>
              </a:spcAft>
              <a:buClr>
                <a:schemeClr val="dk2"/>
              </a:buClr>
              <a:buSzPts val="1100"/>
              <a:buFont typeface="Arial"/>
              <a:buNone/>
            </a:pPr>
            <a:r>
              <a:rPr b="0" lang="zh-HK" sz="3200">
                <a:latin typeface="Roboto"/>
                <a:ea typeface="Roboto"/>
                <a:cs typeface="Roboto"/>
                <a:sym typeface="Roboto"/>
              </a:rPr>
              <a:t>Navigation</a:t>
            </a:r>
            <a:endParaRPr b="0" sz="3200">
              <a:latin typeface="Roboto"/>
              <a:ea typeface="Roboto"/>
              <a:cs typeface="Roboto"/>
              <a:sym typeface="Roboto"/>
            </a:endParaRPr>
          </a:p>
        </p:txBody>
      </p:sp>
      <p:sp>
        <p:nvSpPr>
          <p:cNvPr id="169" name="Google Shape;169;p26"/>
          <p:cNvSpPr txBox="1"/>
          <p:nvPr/>
        </p:nvSpPr>
        <p:spPr>
          <a:xfrm>
            <a:off x="1315975" y="2522700"/>
            <a:ext cx="6459600" cy="13236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SzPts val="3000"/>
              <a:buFont typeface="Lato"/>
              <a:buChar char="●"/>
            </a:pPr>
            <a:r>
              <a:rPr lang="zh-HK" sz="3000">
                <a:solidFill>
                  <a:schemeClr val="dk1"/>
                </a:solidFill>
                <a:latin typeface="Lato"/>
                <a:ea typeface="Lato"/>
                <a:cs typeface="Lato"/>
                <a:sym typeface="Lato"/>
              </a:rPr>
              <a:t>為用戶選擇最佳</a:t>
            </a:r>
            <a:r>
              <a:rPr lang="zh-HK" sz="3000">
                <a:solidFill>
                  <a:schemeClr val="dk2"/>
                </a:solidFill>
                <a:latin typeface="Lato"/>
                <a:ea typeface="Lato"/>
                <a:cs typeface="Lato"/>
                <a:sym typeface="Lato"/>
              </a:rPr>
              <a:t> </a:t>
            </a:r>
            <a:r>
              <a:rPr lang="zh-HK" sz="3000">
                <a:solidFill>
                  <a:schemeClr val="lt1"/>
                </a:solidFill>
                <a:latin typeface="Lato"/>
                <a:ea typeface="Lato"/>
                <a:cs typeface="Lato"/>
                <a:sym typeface="Lato"/>
              </a:rPr>
              <a:t>方式</a:t>
            </a:r>
            <a:endParaRPr sz="3000">
              <a:solidFill>
                <a:schemeClr val="lt1"/>
              </a:solidFill>
              <a:latin typeface="Lato"/>
              <a:ea typeface="Lato"/>
              <a:cs typeface="Lato"/>
              <a:sym typeface="Lato"/>
            </a:endParaRPr>
          </a:p>
          <a:p>
            <a:pPr indent="-419100" lvl="0" marL="457200" rtl="0" algn="l">
              <a:spcBef>
                <a:spcPts val="0"/>
              </a:spcBef>
              <a:spcAft>
                <a:spcPts val="0"/>
              </a:spcAft>
              <a:buClr>
                <a:schemeClr val="dk2"/>
              </a:buClr>
              <a:buSzPts val="3000"/>
              <a:buFont typeface="Lato"/>
              <a:buChar char="●"/>
            </a:pPr>
            <a:r>
              <a:rPr lang="zh-HK" sz="3000">
                <a:solidFill>
                  <a:schemeClr val="dk1"/>
                </a:solidFill>
                <a:latin typeface="Lato"/>
                <a:ea typeface="Lato"/>
                <a:cs typeface="Lato"/>
                <a:sym typeface="Lato"/>
              </a:rPr>
              <a:t>提供到達該地點</a:t>
            </a:r>
            <a:r>
              <a:rPr lang="zh-HK" sz="3000">
                <a:solidFill>
                  <a:schemeClr val="dk2"/>
                </a:solidFill>
                <a:latin typeface="Lato"/>
                <a:ea typeface="Lato"/>
                <a:cs typeface="Lato"/>
                <a:sym typeface="Lato"/>
              </a:rPr>
              <a:t> </a:t>
            </a:r>
            <a:r>
              <a:rPr lang="zh-HK" sz="3000">
                <a:solidFill>
                  <a:schemeClr val="lt1"/>
                </a:solidFill>
                <a:latin typeface="Lato"/>
                <a:ea typeface="Lato"/>
                <a:cs typeface="Lato"/>
                <a:sym typeface="Lato"/>
              </a:rPr>
              <a:t>的安全方式</a:t>
            </a:r>
            <a:endParaRPr sz="3000">
              <a:solidFill>
                <a:schemeClr val="lt1"/>
              </a:solidFill>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170" name="Google Shape;170;p26"/>
          <p:cNvPicPr preferRelativeResize="0"/>
          <p:nvPr/>
        </p:nvPicPr>
        <p:blipFill>
          <a:blip r:embed="rId3">
            <a:alphaModFix/>
          </a:blip>
          <a:stretch>
            <a:fillRect/>
          </a:stretch>
        </p:blipFill>
        <p:spPr>
          <a:xfrm>
            <a:off x="6186795" y="0"/>
            <a:ext cx="2957200" cy="2217900"/>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7"/>
          <p:cNvPicPr preferRelativeResize="0"/>
          <p:nvPr/>
        </p:nvPicPr>
        <p:blipFill>
          <a:blip r:embed="rId3">
            <a:alphaModFix/>
          </a:blip>
          <a:stretch>
            <a:fillRect/>
          </a:stretch>
        </p:blipFill>
        <p:spPr>
          <a:xfrm rot="667052">
            <a:off x="6874388" y="192124"/>
            <a:ext cx="2141926" cy="1532831"/>
          </a:xfrm>
          <a:prstGeom prst="rect">
            <a:avLst/>
          </a:prstGeom>
          <a:noFill/>
          <a:ln>
            <a:noFill/>
          </a:ln>
        </p:spPr>
      </p:pic>
      <p:sp>
        <p:nvSpPr>
          <p:cNvPr id="176" name="Google Shape;176;p27"/>
          <p:cNvSpPr txBox="1"/>
          <p:nvPr/>
        </p:nvSpPr>
        <p:spPr>
          <a:xfrm>
            <a:off x="1436800" y="2475975"/>
            <a:ext cx="6459600" cy="2709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HK" sz="2500">
                <a:solidFill>
                  <a:schemeClr val="dk1"/>
                </a:solidFill>
                <a:latin typeface="Lato"/>
                <a:ea typeface="Lato"/>
                <a:cs typeface="Lato"/>
                <a:sym typeface="Lato"/>
              </a:rPr>
              <a:t>如您所知，我們使</a:t>
            </a:r>
            <a:r>
              <a:rPr lang="zh-HK" sz="2500">
                <a:solidFill>
                  <a:schemeClr val="dk1"/>
                </a:solidFill>
                <a:latin typeface="Lato"/>
                <a:ea typeface="Lato"/>
                <a:cs typeface="Lato"/>
                <a:sym typeface="Lato"/>
              </a:rPr>
              <a:t>用</a:t>
            </a:r>
            <a:r>
              <a:rPr lang="zh-HK" sz="2500">
                <a:solidFill>
                  <a:schemeClr val="dk2"/>
                </a:solidFill>
                <a:latin typeface="Lato"/>
                <a:ea typeface="Lato"/>
                <a:cs typeface="Lato"/>
                <a:sym typeface="Lato"/>
              </a:rPr>
              <a:t>  </a:t>
            </a:r>
            <a:r>
              <a:rPr lang="zh-HK" sz="2500">
                <a:solidFill>
                  <a:schemeClr val="lt1"/>
                </a:solidFill>
                <a:latin typeface="Lato"/>
                <a:ea typeface="Lato"/>
                <a:cs typeface="Lato"/>
                <a:sym typeface="Lato"/>
              </a:rPr>
              <a:t>此應用程序的主要目的</a:t>
            </a:r>
            <a:r>
              <a:rPr lang="zh-HK" sz="2500">
                <a:solidFill>
                  <a:schemeClr val="dk1"/>
                </a:solidFill>
                <a:latin typeface="Lato"/>
                <a:ea typeface="Lato"/>
                <a:cs typeface="Lato"/>
                <a:sym typeface="Lato"/>
              </a:rPr>
              <a:t>是導航盲人或有視</a:t>
            </a:r>
            <a:r>
              <a:rPr lang="zh-HK" sz="2500">
                <a:solidFill>
                  <a:schemeClr val="dk2"/>
                </a:solidFill>
                <a:latin typeface="Lato"/>
                <a:ea typeface="Lato"/>
                <a:cs typeface="Lato"/>
                <a:sym typeface="Lato"/>
              </a:rPr>
              <a:t>  </a:t>
            </a:r>
            <a:r>
              <a:rPr lang="zh-HK" sz="2500">
                <a:solidFill>
                  <a:schemeClr val="lt1"/>
                </a:solidFill>
                <a:latin typeface="Lato"/>
                <a:ea typeface="Lato"/>
                <a:cs typeface="Lato"/>
                <a:sym typeface="Lato"/>
              </a:rPr>
              <a:t>力問題的人使用它</a:t>
            </a:r>
            <a:endParaRPr sz="2500">
              <a:solidFill>
                <a:schemeClr val="lt1"/>
              </a:solidFill>
              <a:latin typeface="Lato"/>
              <a:ea typeface="Lato"/>
              <a:cs typeface="Lato"/>
              <a:sym typeface="Lato"/>
            </a:endParaRPr>
          </a:p>
          <a:p>
            <a:pPr indent="0" lvl="0" marL="457200" rtl="0" algn="ctr">
              <a:spcBef>
                <a:spcPts val="0"/>
              </a:spcBef>
              <a:spcAft>
                <a:spcPts val="0"/>
              </a:spcAft>
              <a:buNone/>
            </a:pPr>
            <a:r>
              <a:rPr lang="zh-HK" sz="2500">
                <a:solidFill>
                  <a:schemeClr val="dk1"/>
                </a:solidFill>
                <a:latin typeface="Lato"/>
                <a:ea typeface="Lato"/>
                <a:cs typeface="Lato"/>
                <a:sym typeface="Lato"/>
              </a:rPr>
              <a:t>所以我們希望這個</a:t>
            </a:r>
            <a:r>
              <a:rPr lang="zh-HK" sz="2500">
                <a:solidFill>
                  <a:schemeClr val="lt1"/>
                </a:solidFill>
                <a:latin typeface="Lato"/>
                <a:ea typeface="Lato"/>
                <a:cs typeface="Lato"/>
                <a:sym typeface="Lato"/>
              </a:rPr>
              <a:t>應用程序可以為用戶預</a:t>
            </a:r>
            <a:r>
              <a:rPr lang="zh-HK" sz="2500">
                <a:solidFill>
                  <a:schemeClr val="dk1"/>
                </a:solidFill>
                <a:latin typeface="Lato"/>
                <a:ea typeface="Lato"/>
                <a:cs typeface="Lato"/>
                <a:sym typeface="Lato"/>
              </a:rPr>
              <a:t>測他們想去的地方</a:t>
            </a:r>
            <a:r>
              <a:rPr lang="zh-HK" sz="2500">
                <a:solidFill>
                  <a:schemeClr val="lt1"/>
                </a:solidFill>
                <a:latin typeface="Lato"/>
                <a:ea typeface="Lato"/>
                <a:cs typeface="Lato"/>
                <a:sym typeface="Lato"/>
              </a:rPr>
              <a:t>並為眼鏡設置信號和方</a:t>
            </a:r>
            <a:r>
              <a:rPr lang="zh-HK" sz="2500">
                <a:solidFill>
                  <a:schemeClr val="dk1"/>
                </a:solidFill>
                <a:latin typeface="Lato"/>
                <a:ea typeface="Lato"/>
                <a:cs typeface="Lato"/>
                <a:sym typeface="Lato"/>
              </a:rPr>
              <a:t>向來教他</a:t>
            </a:r>
            <a:r>
              <a:rPr lang="zh-HK" sz="2500">
                <a:solidFill>
                  <a:schemeClr val="lt1"/>
                </a:solidFill>
                <a:latin typeface="Lato"/>
                <a:ea typeface="Lato"/>
                <a:cs typeface="Lato"/>
                <a:sym typeface="Lato"/>
              </a:rPr>
              <a:t>們如何去那裡</a:t>
            </a:r>
            <a:endParaRPr sz="2500">
              <a:solidFill>
                <a:schemeClr val="lt1"/>
              </a:solidFill>
              <a:latin typeface="Lato"/>
              <a:ea typeface="Lato"/>
              <a:cs typeface="Lato"/>
              <a:sym typeface="Lato"/>
            </a:endParaRPr>
          </a:p>
          <a:p>
            <a:pPr indent="0" lvl="0" marL="0" rtl="0" algn="l">
              <a:spcBef>
                <a:spcPts val="0"/>
              </a:spcBef>
              <a:spcAft>
                <a:spcPts val="0"/>
              </a:spcAft>
              <a:buNone/>
            </a:pPr>
            <a:r>
              <a:t/>
            </a:r>
            <a:endParaRPr sz="2500">
              <a:solidFill>
                <a:schemeClr val="dk2"/>
              </a:solidFill>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177" name="Google Shape;177;p27"/>
          <p:cNvPicPr preferRelativeResize="0"/>
          <p:nvPr/>
        </p:nvPicPr>
        <p:blipFill>
          <a:blip r:embed="rId4">
            <a:alphaModFix/>
          </a:blip>
          <a:stretch>
            <a:fillRect/>
          </a:stretch>
        </p:blipFill>
        <p:spPr>
          <a:xfrm>
            <a:off x="5842675" y="0"/>
            <a:ext cx="3301326" cy="2475975"/>
          </a:xfrm>
          <a:prstGeom prst="rect">
            <a:avLst/>
          </a:prstGeom>
          <a:noFill/>
          <a:ln>
            <a:noFill/>
          </a:ln>
        </p:spPr>
      </p:pic>
      <p:sp>
        <p:nvSpPr>
          <p:cNvPr id="178" name="Google Shape;178;p27"/>
          <p:cNvSpPr txBox="1"/>
          <p:nvPr>
            <p:ph type="title"/>
          </p:nvPr>
        </p:nvSpPr>
        <p:spPr>
          <a:xfrm>
            <a:off x="248300" y="224288"/>
            <a:ext cx="4045200" cy="2027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2"/>
              </a:buClr>
              <a:buSzPct val="34375"/>
              <a:buFont typeface="Arial"/>
              <a:buNone/>
            </a:pPr>
            <a:r>
              <a:rPr b="0" lang="zh-HK" sz="3200">
                <a:latin typeface="Roboto"/>
                <a:ea typeface="Roboto"/>
                <a:cs typeface="Roboto"/>
                <a:sym typeface="Roboto"/>
              </a:rPr>
              <a:t>程式的功能 (2) </a:t>
            </a:r>
            <a:endParaRPr b="0" sz="3200">
              <a:latin typeface="Roboto"/>
              <a:ea typeface="Roboto"/>
              <a:cs typeface="Roboto"/>
              <a:sym typeface="Roboto"/>
            </a:endParaRPr>
          </a:p>
          <a:p>
            <a:pPr indent="0" lvl="0" marL="0" rtl="0" algn="ctr">
              <a:spcBef>
                <a:spcPts val="0"/>
              </a:spcBef>
              <a:spcAft>
                <a:spcPts val="0"/>
              </a:spcAft>
              <a:buClr>
                <a:schemeClr val="dk2"/>
              </a:buClr>
              <a:buSzPct val="34375"/>
              <a:buFont typeface="Arial"/>
              <a:buNone/>
            </a:pPr>
            <a:r>
              <a:rPr b="0" lang="zh-HK" sz="3200">
                <a:latin typeface="Roboto"/>
                <a:ea typeface="Roboto"/>
                <a:cs typeface="Roboto"/>
                <a:sym typeface="Roboto"/>
              </a:rPr>
              <a:t>Navigation</a:t>
            </a:r>
            <a:endParaRPr b="0" sz="3200">
              <a:latin typeface="Roboto"/>
              <a:ea typeface="Roboto"/>
              <a:cs typeface="Roboto"/>
              <a:sym typeface="Roboto"/>
            </a:endParaRPr>
          </a:p>
          <a:p>
            <a:pPr indent="0" lvl="0" marL="0" rtl="0" algn="ctr">
              <a:spcBef>
                <a:spcPts val="0"/>
              </a:spcBef>
              <a:spcAft>
                <a:spcPts val="0"/>
              </a:spcAft>
              <a:buClr>
                <a:schemeClr val="dk2"/>
              </a:buClr>
              <a:buSzPct val="34375"/>
              <a:buFont typeface="Arial"/>
              <a:buNone/>
            </a:pPr>
            <a:r>
              <a:rPr b="0" lang="zh-HK" sz="3200">
                <a:latin typeface="Roboto"/>
                <a:ea typeface="Roboto"/>
                <a:cs typeface="Roboto"/>
                <a:sym typeface="Roboto"/>
              </a:rPr>
              <a:t>Reason For Setting This </a:t>
            </a:r>
            <a:endParaRPr b="0" sz="3200">
              <a:latin typeface="Roboto"/>
              <a:ea typeface="Roboto"/>
              <a:cs typeface="Roboto"/>
              <a:sym typeface="Roboto"/>
            </a:endParaRPr>
          </a:p>
        </p:txBody>
      </p:sp>
    </p:spTree>
  </p:cSld>
  <p:clrMapOvr>
    <a:masterClrMapping/>
  </p:clrMapOvr>
  <mc:AlternateContent>
    <mc:Choice Requires="p14">
      <p:transition spd="slow" p14:dur="1000">
        <p:pus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rot="-165379">
            <a:off x="434309" y="-103134"/>
            <a:ext cx="3268982" cy="2209069"/>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zh-HK" sz="3200">
                <a:latin typeface="Roboto"/>
                <a:ea typeface="Roboto"/>
                <a:cs typeface="Roboto"/>
                <a:sym typeface="Roboto"/>
              </a:rPr>
              <a:t>程式的功能 (3) </a:t>
            </a:r>
            <a:endParaRPr b="0" sz="3200">
              <a:latin typeface="Roboto"/>
              <a:ea typeface="Roboto"/>
              <a:cs typeface="Roboto"/>
              <a:sym typeface="Roboto"/>
            </a:endParaRPr>
          </a:p>
          <a:p>
            <a:pPr indent="0" lvl="0" marL="0" rtl="0" algn="ctr">
              <a:spcBef>
                <a:spcPts val="0"/>
              </a:spcBef>
              <a:spcAft>
                <a:spcPts val="0"/>
              </a:spcAft>
              <a:buNone/>
            </a:pPr>
            <a:r>
              <a:rPr b="0" lang="zh-HK" sz="3200">
                <a:latin typeface="Roboto"/>
                <a:ea typeface="Roboto"/>
                <a:cs typeface="Roboto"/>
                <a:sym typeface="Roboto"/>
              </a:rPr>
              <a:t>Glasses Battery</a:t>
            </a:r>
            <a:endParaRPr b="0" sz="3200">
              <a:latin typeface="Roboto"/>
              <a:ea typeface="Roboto"/>
              <a:cs typeface="Roboto"/>
              <a:sym typeface="Roboto"/>
            </a:endParaRPr>
          </a:p>
        </p:txBody>
      </p:sp>
      <p:pic>
        <p:nvPicPr>
          <p:cNvPr id="184" name="Google Shape;184;p28"/>
          <p:cNvPicPr preferRelativeResize="0"/>
          <p:nvPr/>
        </p:nvPicPr>
        <p:blipFill>
          <a:blip r:embed="rId3">
            <a:alphaModFix/>
          </a:blip>
          <a:stretch>
            <a:fillRect/>
          </a:stretch>
        </p:blipFill>
        <p:spPr>
          <a:xfrm rot="667052">
            <a:off x="6874388" y="192124"/>
            <a:ext cx="2141926" cy="1532831"/>
          </a:xfrm>
          <a:prstGeom prst="rect">
            <a:avLst/>
          </a:prstGeom>
          <a:noFill/>
          <a:ln>
            <a:noFill/>
          </a:ln>
        </p:spPr>
      </p:pic>
      <p:sp>
        <p:nvSpPr>
          <p:cNvPr id="185" name="Google Shape;185;p28"/>
          <p:cNvSpPr txBox="1"/>
          <p:nvPr/>
        </p:nvSpPr>
        <p:spPr>
          <a:xfrm>
            <a:off x="947000" y="2135225"/>
            <a:ext cx="7569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2500">
                <a:solidFill>
                  <a:schemeClr val="lt1"/>
                </a:solidFill>
                <a:latin typeface="Lato"/>
                <a:ea typeface="Lato"/>
                <a:cs typeface="Lato"/>
                <a:sym typeface="Lato"/>
              </a:rPr>
              <a:t>顯示眼鏡有多少電量，並告訴用戶或照顧用戶的人。</a:t>
            </a:r>
            <a:endParaRPr sz="2500">
              <a:solidFill>
                <a:schemeClr val="lt1"/>
              </a:solidFill>
              <a:latin typeface="Lato"/>
              <a:ea typeface="Lato"/>
              <a:cs typeface="Lato"/>
              <a:sym typeface="Lato"/>
            </a:endParaRPr>
          </a:p>
          <a:p>
            <a:pPr indent="0" lvl="0" marL="0" rtl="0" algn="l">
              <a:spcBef>
                <a:spcPts val="0"/>
              </a:spcBef>
              <a:spcAft>
                <a:spcPts val="0"/>
              </a:spcAft>
              <a:buNone/>
            </a:pPr>
            <a:r>
              <a:t/>
            </a:r>
            <a:endParaRPr sz="2500">
              <a:solidFill>
                <a:schemeClr val="lt1"/>
              </a:solidFill>
              <a:latin typeface="Lato"/>
              <a:ea typeface="Lato"/>
              <a:cs typeface="Lato"/>
              <a:sym typeface="Lato"/>
            </a:endParaRPr>
          </a:p>
        </p:txBody>
      </p:sp>
      <p:pic>
        <p:nvPicPr>
          <p:cNvPr id="186" name="Google Shape;186;p28"/>
          <p:cNvPicPr preferRelativeResize="0"/>
          <p:nvPr/>
        </p:nvPicPr>
        <p:blipFill>
          <a:blip r:embed="rId4">
            <a:alphaModFix/>
          </a:blip>
          <a:stretch>
            <a:fillRect/>
          </a:stretch>
        </p:blipFill>
        <p:spPr>
          <a:xfrm rot="326864">
            <a:off x="1337195" y="2795249"/>
            <a:ext cx="2731285" cy="2048452"/>
          </a:xfrm>
          <a:prstGeom prst="rect">
            <a:avLst/>
          </a:prstGeom>
          <a:noFill/>
          <a:ln>
            <a:noFill/>
          </a:ln>
        </p:spPr>
      </p:pic>
      <p:pic>
        <p:nvPicPr>
          <p:cNvPr id="187" name="Google Shape;187;p28"/>
          <p:cNvPicPr preferRelativeResize="0"/>
          <p:nvPr/>
        </p:nvPicPr>
        <p:blipFill>
          <a:blip r:embed="rId4">
            <a:alphaModFix/>
          </a:blip>
          <a:stretch>
            <a:fillRect/>
          </a:stretch>
        </p:blipFill>
        <p:spPr>
          <a:xfrm rot="326864">
            <a:off x="4998495" y="2970024"/>
            <a:ext cx="2731285" cy="2048452"/>
          </a:xfrm>
          <a:prstGeom prst="rect">
            <a:avLst/>
          </a:prstGeom>
          <a:noFill/>
          <a:ln>
            <a:noFill/>
          </a:ln>
        </p:spPr>
      </p:pic>
    </p:spTree>
  </p:cSld>
  <p:clrMapOvr>
    <a:masterClrMapping/>
  </p:clrMapOvr>
  <mc:AlternateContent>
    <mc:Choice Requires="p14">
      <p:transition spd="slow" p14:dur="1000">
        <p:push dir="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rot="-165185">
            <a:off x="-88730" y="-149919"/>
            <a:ext cx="4946709" cy="2521729"/>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zh-HK" sz="3200">
                <a:latin typeface="Roboto"/>
                <a:ea typeface="Roboto"/>
                <a:cs typeface="Roboto"/>
                <a:sym typeface="Roboto"/>
              </a:rPr>
              <a:t>程式的功能 (3) </a:t>
            </a:r>
            <a:endParaRPr b="0" sz="3200">
              <a:latin typeface="Roboto"/>
              <a:ea typeface="Roboto"/>
              <a:cs typeface="Roboto"/>
              <a:sym typeface="Roboto"/>
            </a:endParaRPr>
          </a:p>
          <a:p>
            <a:pPr indent="0" lvl="0" marL="0" rtl="0" algn="ctr">
              <a:spcBef>
                <a:spcPts val="0"/>
              </a:spcBef>
              <a:spcAft>
                <a:spcPts val="0"/>
              </a:spcAft>
              <a:buNone/>
            </a:pPr>
            <a:r>
              <a:rPr b="0" lang="zh-HK" sz="3200">
                <a:latin typeface="Roboto"/>
                <a:ea typeface="Roboto"/>
                <a:cs typeface="Roboto"/>
                <a:sym typeface="Roboto"/>
              </a:rPr>
              <a:t>Glasses Battery</a:t>
            </a:r>
            <a:endParaRPr b="0" sz="3200">
              <a:latin typeface="Roboto"/>
              <a:ea typeface="Roboto"/>
              <a:cs typeface="Roboto"/>
              <a:sym typeface="Roboto"/>
            </a:endParaRPr>
          </a:p>
          <a:p>
            <a:pPr indent="0" lvl="0" marL="0" rtl="0" algn="ctr">
              <a:spcBef>
                <a:spcPts val="0"/>
              </a:spcBef>
              <a:spcAft>
                <a:spcPts val="0"/>
              </a:spcAft>
              <a:buNone/>
            </a:pPr>
            <a:r>
              <a:rPr b="0" lang="zh-HK" sz="3200">
                <a:latin typeface="Roboto"/>
                <a:ea typeface="Roboto"/>
                <a:cs typeface="Roboto"/>
                <a:sym typeface="Roboto"/>
              </a:rPr>
              <a:t>Reason For Setting This </a:t>
            </a:r>
            <a:endParaRPr b="0" sz="3200">
              <a:latin typeface="Roboto"/>
              <a:ea typeface="Roboto"/>
              <a:cs typeface="Roboto"/>
              <a:sym typeface="Roboto"/>
            </a:endParaRPr>
          </a:p>
        </p:txBody>
      </p:sp>
      <p:pic>
        <p:nvPicPr>
          <p:cNvPr id="193" name="Google Shape;193;p29"/>
          <p:cNvPicPr preferRelativeResize="0"/>
          <p:nvPr/>
        </p:nvPicPr>
        <p:blipFill>
          <a:blip r:embed="rId3">
            <a:alphaModFix/>
          </a:blip>
          <a:stretch>
            <a:fillRect/>
          </a:stretch>
        </p:blipFill>
        <p:spPr>
          <a:xfrm rot="667052">
            <a:off x="6874388" y="192124"/>
            <a:ext cx="2141926" cy="1532831"/>
          </a:xfrm>
          <a:prstGeom prst="rect">
            <a:avLst/>
          </a:prstGeom>
          <a:noFill/>
          <a:ln>
            <a:noFill/>
          </a:ln>
        </p:spPr>
      </p:pic>
      <p:sp>
        <p:nvSpPr>
          <p:cNvPr id="194" name="Google Shape;194;p29"/>
          <p:cNvSpPr txBox="1"/>
          <p:nvPr/>
        </p:nvSpPr>
        <p:spPr>
          <a:xfrm>
            <a:off x="984950" y="2126275"/>
            <a:ext cx="7569000" cy="172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HK" sz="2500">
                <a:solidFill>
                  <a:schemeClr val="lt1"/>
                </a:solidFill>
                <a:latin typeface="Lato"/>
                <a:ea typeface="Lato"/>
                <a:cs typeface="Lato"/>
                <a:sym typeface="Lato"/>
              </a:rPr>
              <a:t>如果眼鏡電量不足，然後用戶將其帶到街上，那麼它將出現嚴重問題（眼鏡沒電了）。 會造成事故。 該功能是為此設置的。</a:t>
            </a:r>
            <a:endParaRPr sz="2500">
              <a:solidFill>
                <a:schemeClr val="lt1"/>
              </a:solidFill>
              <a:latin typeface="Lato"/>
              <a:ea typeface="Lato"/>
              <a:cs typeface="Lato"/>
              <a:sym typeface="Lato"/>
            </a:endParaRPr>
          </a:p>
          <a:p>
            <a:pPr indent="0" lvl="0" marL="0" rtl="0" algn="l">
              <a:spcBef>
                <a:spcPts val="0"/>
              </a:spcBef>
              <a:spcAft>
                <a:spcPts val="0"/>
              </a:spcAft>
              <a:buNone/>
            </a:pPr>
            <a:r>
              <a:t/>
            </a:r>
            <a:endParaRPr sz="2500">
              <a:solidFill>
                <a:schemeClr val="lt1"/>
              </a:solidFill>
              <a:latin typeface="Lato"/>
              <a:ea typeface="Lato"/>
              <a:cs typeface="Lato"/>
              <a:sym typeface="Lato"/>
            </a:endParaRPr>
          </a:p>
        </p:txBody>
      </p:sp>
      <p:pic>
        <p:nvPicPr>
          <p:cNvPr id="195" name="Google Shape;195;p29"/>
          <p:cNvPicPr preferRelativeResize="0"/>
          <p:nvPr/>
        </p:nvPicPr>
        <p:blipFill>
          <a:blip r:embed="rId4">
            <a:alphaModFix/>
          </a:blip>
          <a:stretch>
            <a:fillRect/>
          </a:stretch>
        </p:blipFill>
        <p:spPr>
          <a:xfrm>
            <a:off x="6570425" y="2962400"/>
            <a:ext cx="2133600" cy="2143125"/>
          </a:xfrm>
          <a:prstGeom prst="rect">
            <a:avLst/>
          </a:prstGeom>
          <a:noFill/>
          <a:ln>
            <a:noFill/>
          </a:ln>
        </p:spPr>
      </p:pic>
    </p:spTree>
  </p:cSld>
  <p:clrMapOvr>
    <a:masterClrMapping/>
  </p:clrMapOvr>
  <mc:AlternateContent>
    <mc:Choice Requires="p14">
      <p:transition spd="slow" p14:dur="1000">
        <p:push dir="r"/>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type="title"/>
          </p:nvPr>
        </p:nvSpPr>
        <p:spPr>
          <a:xfrm>
            <a:off x="767100" y="399900"/>
            <a:ext cx="7609800" cy="434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HK" sz="15000">
                <a:latin typeface="Pacifico"/>
                <a:ea typeface="Pacifico"/>
                <a:cs typeface="Pacifico"/>
                <a:sym typeface="Pacifico"/>
              </a:rPr>
              <a:t>THE END</a:t>
            </a:r>
            <a:endParaRPr sz="15000">
              <a:latin typeface="Pacifico"/>
              <a:ea typeface="Pacifico"/>
              <a:cs typeface="Pacifico"/>
              <a:sym typeface="Pacifico"/>
            </a:endParaRPr>
          </a:p>
        </p:txBody>
      </p:sp>
    </p:spTree>
  </p:cSld>
  <p:clrMapOvr>
    <a:masterClrMapping/>
  </p:clrMapOvr>
  <mc:AlternateContent>
    <mc:Choice Requires="p14">
      <p:transition spd="slow" p14:dur="1000">
        <p:push/>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